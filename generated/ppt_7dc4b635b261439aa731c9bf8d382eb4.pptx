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9"/>
    <p:sldId id="267" r:id="rId20"/>
    <p:sldId id="268" r:id="rId21"/>
    <p:sldId id="269" r:id="rId22"/>
    <p:sldId id="270" r:id="rId23"/>
  </p:sldIdLst>
  <p:sldSz cx="18288000" cy="10287000"/>
  <p:notesSz cx="6858000" cy="9144000"/>
  <p:embeddedFontLst>
    <p:embeddedFont>
      <p:font typeface="DM Sans" charset="1" panose="00000000000000000000"/>
      <p:regular r:id="rId16"/>
    </p:embeddedFont>
    <p:embeddedFont>
      <p:font typeface="DM Sans Bold" charset="1" panose="00000000000000000000"/>
      <p:regular r:id="rId17"/>
    </p:embeddedFont>
    <p:embeddedFont>
      <p:font typeface="Helvetica World" charset="1" panose="020B05000400000200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1.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1.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 Id="rId3" Type="http://schemas.openxmlformats.org/officeDocument/2006/relationships/image" Target="../media/image3.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1.png"/><Relationship Id="rId7" Type="http://schemas.openxmlformats.org/officeDocument/2006/relationships/image" Target="../media/image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eg"/><Relationship Id="rId3" Type="http://schemas.openxmlformats.org/officeDocument/2006/relationships/image" Target="../media/image1.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12755947" y="3144259"/>
            <a:ext cx="5532053" cy="7142741"/>
          </a:xfrm>
          <a:custGeom>
            <a:avLst/>
            <a:gdLst/>
            <a:ahLst/>
            <a:cxnLst/>
            <a:rect r="r" b="b" t="t" l="l"/>
            <a:pathLst>
              <a:path h="7142741" w="5532053">
                <a:moveTo>
                  <a:pt x="0" y="0"/>
                </a:moveTo>
                <a:lnTo>
                  <a:pt x="5532053" y="0"/>
                </a:lnTo>
                <a:lnTo>
                  <a:pt x="5532053" y="7142741"/>
                </a:lnTo>
                <a:lnTo>
                  <a:pt x="0" y="7142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518219" y="1432395"/>
            <a:ext cx="343740" cy="47625"/>
            <a:chOff x="0" y="0"/>
            <a:chExt cx="90532" cy="12543"/>
          </a:xfrm>
        </p:grpSpPr>
        <p:sp>
          <p:nvSpPr>
            <p:cNvPr name="Freeform 4" id="4"/>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5" id="5"/>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false" flipV="false" rot="0">
            <a:off x="0" y="0"/>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028700" y="8805470"/>
            <a:ext cx="3401658" cy="452830"/>
            <a:chOff x="0" y="0"/>
            <a:chExt cx="895910" cy="119264"/>
          </a:xfrm>
        </p:grpSpPr>
        <p:sp>
          <p:nvSpPr>
            <p:cNvPr name="Freeform 8" id="8"/>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9" id="9"/>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sp>
        <p:nvSpPr>
          <p:cNvPr name="TextBox 10" id="10"/>
          <p:cNvSpPr txBox="true"/>
          <p:nvPr/>
        </p:nvSpPr>
        <p:spPr>
          <a:xfrm rot="0">
            <a:off x="1028700" y="3786580"/>
            <a:ext cx="13569198" cy="2447139"/>
          </a:xfrm>
          <a:prstGeom prst="rect">
            <a:avLst/>
          </a:prstGeom>
        </p:spPr>
        <p:txBody>
          <a:bodyPr anchor="t" rtlCol="false" tIns="0" lIns="0" bIns="0" rIns="0">
            <a:spAutoFit/>
          </a:bodyPr>
          <a:lstStyle/>
          <a:p>
            <a:pPr algn="l">
              <a:lnSpc>
                <a:spcPts val="20058"/>
              </a:lnSpc>
              <a:spcBef>
                <a:spcPct val="0"/>
              </a:spcBef>
            </a:pPr>
            <a:r>
              <a:rPr lang="en-US" sz="14327" spc="-1103">
                <a:solidFill>
                  <a:srgbClr val="000000"/>
                </a:solidFill>
                <a:latin typeface="DM Sans"/>
                <a:ea typeface="DM Sans"/>
                <a:cs typeface="DM Sans"/>
                <a:sym typeface="DM Sans"/>
              </a:rPr>
              <a:t>Company Profile</a:t>
            </a:r>
          </a:p>
        </p:txBody>
      </p:sp>
      <p:sp>
        <p:nvSpPr>
          <p:cNvPr name="TextBox 11" id="11"/>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2" id="12"/>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3" id="13"/>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4" id="14"/>
          <p:cNvSpPr txBox="true"/>
          <p:nvPr/>
        </p:nvSpPr>
        <p:spPr>
          <a:xfrm rot="0">
            <a:off x="1028700" y="3360601"/>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5" id="15"/>
          <p:cNvSpPr txBox="true"/>
          <p:nvPr/>
        </p:nvSpPr>
        <p:spPr>
          <a:xfrm rot="0">
            <a:off x="1305960" y="8859482"/>
            <a:ext cx="284713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www.reallygreatsite.com</a:t>
            </a:r>
          </a:p>
        </p:txBody>
      </p:sp>
      <p:grpSp>
        <p:nvGrpSpPr>
          <p:cNvPr name="Group 16" id="16"/>
          <p:cNvGrpSpPr/>
          <p:nvPr/>
        </p:nvGrpSpPr>
        <p:grpSpPr>
          <a:xfrm rot="-2700000">
            <a:off x="12589265" y="3323377"/>
            <a:ext cx="504343" cy="504343"/>
            <a:chOff x="0" y="0"/>
            <a:chExt cx="132831" cy="132831"/>
          </a:xfrm>
        </p:grpSpPr>
        <p:sp>
          <p:nvSpPr>
            <p:cNvPr name="Freeform 17" id="17"/>
            <p:cNvSpPr/>
            <p:nvPr/>
          </p:nvSpPr>
          <p:spPr>
            <a:xfrm flipH="false" flipV="false" rot="0">
              <a:off x="0" y="0"/>
              <a:ext cx="132831" cy="132831"/>
            </a:xfrm>
            <a:custGeom>
              <a:avLst/>
              <a:gdLst/>
              <a:ahLst/>
              <a:cxnLst/>
              <a:rect r="r" b="b" t="t" l="l"/>
              <a:pathLst>
                <a:path h="132831" w="132831">
                  <a:moveTo>
                    <a:pt x="0" y="0"/>
                  </a:moveTo>
                  <a:lnTo>
                    <a:pt x="132831" y="0"/>
                  </a:lnTo>
                  <a:lnTo>
                    <a:pt x="132831" y="132831"/>
                  </a:lnTo>
                  <a:lnTo>
                    <a:pt x="0" y="132831"/>
                  </a:lnTo>
                  <a:close/>
                </a:path>
              </a:pathLst>
            </a:custGeom>
            <a:solidFill>
              <a:srgbClr val="F8BC00"/>
            </a:solidFill>
          </p:spPr>
        </p:sp>
        <p:sp>
          <p:nvSpPr>
            <p:cNvPr name="TextBox 18" id="18"/>
            <p:cNvSpPr txBox="true"/>
            <p:nvPr/>
          </p:nvSpPr>
          <p:spPr>
            <a:xfrm>
              <a:off x="0" y="-38100"/>
              <a:ext cx="132831" cy="170931"/>
            </a:xfrm>
            <a:prstGeom prst="rect">
              <a:avLst/>
            </a:prstGeom>
          </p:spPr>
          <p:txBody>
            <a:bodyPr anchor="ctr" rtlCol="false" tIns="50800" lIns="50800" bIns="50800" rIns="50800"/>
            <a:lstStyle/>
            <a:p>
              <a:pPr algn="ctr">
                <a:lnSpc>
                  <a:spcPts val="2520"/>
                </a:lnSpc>
              </a:pPr>
            </a:p>
          </p:txBody>
        </p:sp>
      </p:grpSp>
      <p:grpSp>
        <p:nvGrpSpPr>
          <p:cNvPr name="Group 19" id="19"/>
          <p:cNvGrpSpPr/>
          <p:nvPr/>
        </p:nvGrpSpPr>
        <p:grpSpPr>
          <a:xfrm rot="-2700000">
            <a:off x="6866660" y="7088679"/>
            <a:ext cx="317690" cy="317690"/>
            <a:chOff x="0" y="0"/>
            <a:chExt cx="83671" cy="83671"/>
          </a:xfrm>
        </p:grpSpPr>
        <p:sp>
          <p:nvSpPr>
            <p:cNvPr name="Freeform 20" id="20"/>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21" id="21"/>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10800000">
            <a:off x="13378082" y="7565591"/>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10800000">
            <a:off x="0" y="7565591"/>
            <a:ext cx="4909918" cy="2721409"/>
          </a:xfrm>
          <a:custGeom>
            <a:avLst/>
            <a:gdLst/>
            <a:ahLst/>
            <a:cxnLst/>
            <a:rect r="r" b="b" t="t" l="l"/>
            <a:pathLst>
              <a:path h="2721409" w="4909918">
                <a:moveTo>
                  <a:pt x="4909918" y="0"/>
                </a:moveTo>
                <a:lnTo>
                  <a:pt x="0" y="0"/>
                </a:lnTo>
                <a:lnTo>
                  <a:pt x="0" y="2721409"/>
                </a:lnTo>
                <a:lnTo>
                  <a:pt x="4909918" y="2721409"/>
                </a:lnTo>
                <a:lnTo>
                  <a:pt x="490991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8183235" y="8542435"/>
            <a:ext cx="1921529" cy="47625"/>
            <a:chOff x="0" y="0"/>
            <a:chExt cx="506082" cy="12543"/>
          </a:xfrm>
        </p:grpSpPr>
        <p:sp>
          <p:nvSpPr>
            <p:cNvPr name="Freeform 8" id="8"/>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9" id="9"/>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10" id="10"/>
          <p:cNvGrpSpPr/>
          <p:nvPr/>
        </p:nvGrpSpPr>
        <p:grpSpPr>
          <a:xfrm rot="-2700000">
            <a:off x="2485974" y="4657027"/>
            <a:ext cx="317690" cy="317690"/>
            <a:chOff x="0" y="0"/>
            <a:chExt cx="83671" cy="83671"/>
          </a:xfrm>
        </p:grpSpPr>
        <p:sp>
          <p:nvSpPr>
            <p:cNvPr name="Freeform 11" id="11"/>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12" id="12"/>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
        <p:nvSpPr>
          <p:cNvPr name="TextBox 13" id="13"/>
          <p:cNvSpPr txBox="true"/>
          <p:nvPr/>
        </p:nvSpPr>
        <p:spPr>
          <a:xfrm rot="0">
            <a:off x="3519540" y="2294516"/>
            <a:ext cx="11248919" cy="1642110"/>
          </a:xfrm>
          <a:prstGeom prst="rect">
            <a:avLst/>
          </a:prstGeom>
        </p:spPr>
        <p:txBody>
          <a:bodyPr anchor="t" rtlCol="false" tIns="0" lIns="0" bIns="0" rIns="0">
            <a:spAutoFit/>
          </a:bodyPr>
          <a:lstStyle/>
          <a:p>
            <a:pPr algn="ctr">
              <a:lnSpc>
                <a:spcPts val="13439"/>
              </a:lnSpc>
              <a:spcBef>
                <a:spcPct val="0"/>
              </a:spcBef>
            </a:pPr>
            <a:r>
              <a:rPr lang="en-US" sz="9600" spc="-739">
                <a:solidFill>
                  <a:srgbClr val="000000"/>
                </a:solidFill>
                <a:latin typeface="DM Sans"/>
                <a:ea typeface="DM Sans"/>
                <a:cs typeface="DM Sans"/>
                <a:sym typeface="DM Sans"/>
              </a:rPr>
              <a:t>Introduction</a:t>
            </a:r>
          </a:p>
        </p:txBody>
      </p:sp>
      <p:sp>
        <p:nvSpPr>
          <p:cNvPr name="TextBox 14" id="14"/>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5" id="15"/>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6" id="16"/>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7" id="17"/>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8" id="18"/>
          <p:cNvSpPr txBox="true"/>
          <p:nvPr/>
        </p:nvSpPr>
        <p:spPr>
          <a:xfrm rot="0">
            <a:off x="5588938" y="4543606"/>
            <a:ext cx="7110123" cy="2830830"/>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 Posuere lacinia ipsum hendrerit hac nascetur nec adipiscing ligula finibus. Pretium pharetra non mi facilisi; senectus eros. Odio diam rutrum ultricies netus morbi neque curae nam. Quam adipiscing pellentesque magnis lobortis auctor. Molestie venenatis ut fusce dapibus inceptos maecenas. Luctus magnis tortor scelerisque consectetur tortor class magna elementum? Taciti dolor magna fringilla fames et.</a:t>
            </a:r>
          </a:p>
        </p:txBody>
      </p:sp>
      <p:grpSp>
        <p:nvGrpSpPr>
          <p:cNvPr name="Group 19" id="19"/>
          <p:cNvGrpSpPr/>
          <p:nvPr/>
        </p:nvGrpSpPr>
        <p:grpSpPr>
          <a:xfrm rot="-2700000">
            <a:off x="15484336" y="4657027"/>
            <a:ext cx="317690" cy="317690"/>
            <a:chOff x="0" y="0"/>
            <a:chExt cx="83671" cy="83671"/>
          </a:xfrm>
        </p:grpSpPr>
        <p:sp>
          <p:nvSpPr>
            <p:cNvPr name="Freeform 20" id="20"/>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21" id="21"/>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11312569" y="2884024"/>
            <a:ext cx="5946731" cy="7402976"/>
            <a:chOff x="0" y="0"/>
            <a:chExt cx="921304" cy="1146915"/>
          </a:xfrm>
        </p:grpSpPr>
        <p:sp>
          <p:nvSpPr>
            <p:cNvPr name="Freeform 9" id="9"/>
            <p:cNvSpPr/>
            <p:nvPr/>
          </p:nvSpPr>
          <p:spPr>
            <a:xfrm flipH="false" flipV="false" rot="0">
              <a:off x="0" y="0"/>
              <a:ext cx="921304" cy="1146915"/>
            </a:xfrm>
            <a:custGeom>
              <a:avLst/>
              <a:gdLst/>
              <a:ahLst/>
              <a:cxnLst/>
              <a:rect r="r" b="b" t="t" l="l"/>
              <a:pathLst>
                <a:path h="1146915" w="921304">
                  <a:moveTo>
                    <a:pt x="0" y="0"/>
                  </a:moveTo>
                  <a:lnTo>
                    <a:pt x="921304" y="0"/>
                  </a:lnTo>
                  <a:lnTo>
                    <a:pt x="921304" y="1146915"/>
                  </a:lnTo>
                  <a:lnTo>
                    <a:pt x="0" y="1146915"/>
                  </a:lnTo>
                  <a:close/>
                </a:path>
              </a:pathLst>
            </a:custGeom>
            <a:blipFill>
              <a:blip r:embed="rId2"/>
              <a:stretch>
                <a:fillRect l="0" t="-10284" r="0" b="-10284"/>
              </a:stretch>
            </a:blipFill>
          </p:spPr>
        </p:sp>
      </p:grpSp>
      <p:sp>
        <p:nvSpPr>
          <p:cNvPr name="Freeform 10" id="10"/>
          <p:cNvSpPr/>
          <p:nvPr/>
        </p:nvSpPr>
        <p:spPr>
          <a:xfrm flipH="false" flipV="false" rot="0">
            <a:off x="13402503" y="3979063"/>
            <a:ext cx="4885497" cy="6307937"/>
          </a:xfrm>
          <a:custGeom>
            <a:avLst/>
            <a:gdLst/>
            <a:ahLst/>
            <a:cxnLst/>
            <a:rect r="r" b="b" t="t" l="l"/>
            <a:pathLst>
              <a:path h="6307937" w="4885497">
                <a:moveTo>
                  <a:pt x="0" y="0"/>
                </a:moveTo>
                <a:lnTo>
                  <a:pt x="4885497" y="0"/>
                </a:lnTo>
                <a:lnTo>
                  <a:pt x="4885497" y="6307937"/>
                </a:lnTo>
                <a:lnTo>
                  <a:pt x="0" y="63079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2700000">
            <a:off x="8760515" y="6426667"/>
            <a:ext cx="317690" cy="317690"/>
            <a:chOff x="0" y="0"/>
            <a:chExt cx="83671" cy="83671"/>
          </a:xfrm>
        </p:grpSpPr>
        <p:sp>
          <p:nvSpPr>
            <p:cNvPr name="Freeform 12" id="12"/>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13" id="13"/>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1028700" y="2461576"/>
            <a:ext cx="8965765" cy="1642110"/>
          </a:xfrm>
          <a:prstGeom prst="rect">
            <a:avLst/>
          </a:prstGeom>
        </p:spPr>
        <p:txBody>
          <a:bodyPr anchor="t" rtlCol="false" tIns="0" lIns="0" bIns="0" rIns="0">
            <a:spAutoFit/>
          </a:bodyPr>
          <a:lstStyle/>
          <a:p>
            <a:pPr algn="l">
              <a:lnSpc>
                <a:spcPts val="13439"/>
              </a:lnSpc>
              <a:spcBef>
                <a:spcPct val="0"/>
              </a:spcBef>
            </a:pPr>
            <a:r>
              <a:rPr lang="en-US" sz="9600" spc="-739">
                <a:solidFill>
                  <a:srgbClr val="000000"/>
                </a:solidFill>
                <a:latin typeface="DM Sans"/>
                <a:ea typeface="DM Sans"/>
                <a:cs typeface="DM Sans"/>
                <a:sym typeface="DM Sans"/>
              </a:rPr>
              <a:t>About Company</a:t>
            </a:r>
          </a:p>
        </p:txBody>
      </p:sp>
      <p:sp>
        <p:nvSpPr>
          <p:cNvPr name="TextBox 15" id="15"/>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6" id="16"/>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7" id="17"/>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8" id="18"/>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9" id="19"/>
          <p:cNvSpPr txBox="true"/>
          <p:nvPr/>
        </p:nvSpPr>
        <p:spPr>
          <a:xfrm rot="0">
            <a:off x="1028700" y="4766164"/>
            <a:ext cx="6089201" cy="345948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 Posuere lacinia ipsum hendrerit hac nascetur nec adipiscing ligula finibus. Pretium pharetra non mi facilisi; senectus eros. Odio diam rutrum ultricies netus morbi neque curae nam. Quam adipiscing pellentesque magnis lobortis auctor. </a:t>
            </a:r>
          </a:p>
          <a:p>
            <a:pPr algn="l">
              <a:lnSpc>
                <a:spcPts val="2520"/>
              </a:lnSpc>
              <a:spcBef>
                <a:spcPct val="0"/>
              </a:spcBef>
            </a:pPr>
          </a:p>
          <a:p>
            <a:pPr algn="l">
              <a:lnSpc>
                <a:spcPts val="2520"/>
              </a:lnSpc>
              <a:spcBef>
                <a:spcPct val="0"/>
              </a:spcBef>
            </a:pPr>
            <a:r>
              <a:rPr lang="en-US" sz="1800">
                <a:solidFill>
                  <a:srgbClr val="000000"/>
                </a:solidFill>
                <a:latin typeface="Helvetica World"/>
                <a:ea typeface="Helvetica World"/>
                <a:cs typeface="Helvetica World"/>
                <a:sym typeface="Helvetica World"/>
              </a:rPr>
              <a:t>Molestie venenatis ut fusce dapibus inceptos maecenas. Luctus magnis tortor scelerisque consectetur tortor class magna elementum? Taciti dolor magna fringilla fames et.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1170099"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2700000">
            <a:off x="10380822" y="4862074"/>
            <a:ext cx="233141" cy="233141"/>
            <a:chOff x="0" y="0"/>
            <a:chExt cx="61403" cy="61403"/>
          </a:xfrm>
        </p:grpSpPr>
        <p:sp>
          <p:nvSpPr>
            <p:cNvPr name="Freeform 9" id="9"/>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0" id="10"/>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2700000">
            <a:off x="10380822" y="6884723"/>
            <a:ext cx="233141" cy="233141"/>
            <a:chOff x="0" y="0"/>
            <a:chExt cx="61403" cy="61403"/>
          </a:xfrm>
        </p:grpSpPr>
        <p:sp>
          <p:nvSpPr>
            <p:cNvPr name="Freeform 12" id="12"/>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3" id="13"/>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4" id="14"/>
          <p:cNvGrpSpPr/>
          <p:nvPr/>
        </p:nvGrpSpPr>
        <p:grpSpPr>
          <a:xfrm rot="0">
            <a:off x="3197269" y="0"/>
            <a:ext cx="5735093" cy="10287000"/>
            <a:chOff x="0" y="0"/>
            <a:chExt cx="888516" cy="1593725"/>
          </a:xfrm>
        </p:grpSpPr>
        <p:sp>
          <p:nvSpPr>
            <p:cNvPr name="Freeform 15" id="15"/>
            <p:cNvSpPr/>
            <p:nvPr/>
          </p:nvSpPr>
          <p:spPr>
            <a:xfrm flipH="false" flipV="false" rot="0">
              <a:off x="0" y="0"/>
              <a:ext cx="888516" cy="1593725"/>
            </a:xfrm>
            <a:custGeom>
              <a:avLst/>
              <a:gdLst/>
              <a:ahLst/>
              <a:cxnLst/>
              <a:rect r="r" b="b" t="t" l="l"/>
              <a:pathLst>
                <a:path h="1593725" w="888516">
                  <a:moveTo>
                    <a:pt x="0" y="0"/>
                  </a:moveTo>
                  <a:lnTo>
                    <a:pt x="888516" y="0"/>
                  </a:lnTo>
                  <a:lnTo>
                    <a:pt x="888516" y="1593725"/>
                  </a:lnTo>
                  <a:lnTo>
                    <a:pt x="0" y="1593725"/>
                  </a:lnTo>
                  <a:close/>
                </a:path>
              </a:pathLst>
            </a:custGeom>
            <a:blipFill>
              <a:blip r:embed="rId2"/>
              <a:stretch>
                <a:fillRect l="-9864" t="0" r="-9864" b="0"/>
              </a:stretch>
            </a:blipFill>
          </p:spPr>
        </p:sp>
      </p:grpSp>
      <p:sp>
        <p:nvSpPr>
          <p:cNvPr name="Freeform 16" id="16"/>
          <p:cNvSpPr/>
          <p:nvPr/>
        </p:nvSpPr>
        <p:spPr>
          <a:xfrm flipH="true" flipV="false" rot="0">
            <a:off x="0" y="2860226"/>
            <a:ext cx="5752036" cy="7426774"/>
          </a:xfrm>
          <a:custGeom>
            <a:avLst/>
            <a:gdLst/>
            <a:ahLst/>
            <a:cxnLst/>
            <a:rect r="r" b="b" t="t" l="l"/>
            <a:pathLst>
              <a:path h="7426774" w="5752036">
                <a:moveTo>
                  <a:pt x="5752036" y="0"/>
                </a:moveTo>
                <a:lnTo>
                  <a:pt x="0" y="0"/>
                </a:lnTo>
                <a:lnTo>
                  <a:pt x="0" y="7426774"/>
                </a:lnTo>
                <a:lnTo>
                  <a:pt x="5752036" y="7426774"/>
                </a:lnTo>
                <a:lnTo>
                  <a:pt x="575203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10332537" y="2461576"/>
            <a:ext cx="4538238" cy="1642110"/>
          </a:xfrm>
          <a:prstGeom prst="rect">
            <a:avLst/>
          </a:prstGeom>
        </p:spPr>
        <p:txBody>
          <a:bodyPr anchor="t" rtlCol="false" tIns="0" lIns="0" bIns="0" rIns="0">
            <a:spAutoFit/>
          </a:bodyPr>
          <a:lstStyle/>
          <a:p>
            <a:pPr algn="l">
              <a:lnSpc>
                <a:spcPts val="13439"/>
              </a:lnSpc>
              <a:spcBef>
                <a:spcPct val="0"/>
              </a:spcBef>
            </a:pPr>
            <a:r>
              <a:rPr lang="en-US" sz="9600" spc="-739">
                <a:solidFill>
                  <a:srgbClr val="000000"/>
                </a:solidFill>
                <a:latin typeface="DM Sans"/>
                <a:ea typeface="DM Sans"/>
                <a:cs typeface="DM Sans"/>
                <a:sym typeface="DM Sans"/>
              </a:rPr>
              <a:t>Vision</a:t>
            </a:r>
          </a:p>
        </p:txBody>
      </p:sp>
      <p:sp>
        <p:nvSpPr>
          <p:cNvPr name="TextBox 18" id="18"/>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9" id="19"/>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0" id="20"/>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1" id="21"/>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2" id="22"/>
          <p:cNvSpPr txBox="true"/>
          <p:nvPr/>
        </p:nvSpPr>
        <p:spPr>
          <a:xfrm rot="0">
            <a:off x="11170099" y="4766164"/>
            <a:ext cx="6089201" cy="157353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 Posuere lacinia ipsum hendrerit hac nascetur nec adipiscing ligula finibus. Pretium pharetra non mi facilisi; senectus eros.</a:t>
            </a:r>
          </a:p>
        </p:txBody>
      </p:sp>
      <p:sp>
        <p:nvSpPr>
          <p:cNvPr name="TextBox 23" id="23"/>
          <p:cNvSpPr txBox="true"/>
          <p:nvPr/>
        </p:nvSpPr>
        <p:spPr>
          <a:xfrm rot="0">
            <a:off x="11170099" y="6788813"/>
            <a:ext cx="6089201" cy="157353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 Posuere lacinia ipsum hendrerit hac nascetur nec adipiscing ligula finibus. Pretium pharetra non mi facilisi; senectus eros.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4265594"/>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sp>
        <p:nvSpPr>
          <p:cNvPr name="TextBox 8" id="8"/>
          <p:cNvSpPr txBox="true"/>
          <p:nvPr/>
        </p:nvSpPr>
        <p:spPr>
          <a:xfrm rot="0">
            <a:off x="1028700" y="2399367"/>
            <a:ext cx="4538238" cy="1642110"/>
          </a:xfrm>
          <a:prstGeom prst="rect">
            <a:avLst/>
          </a:prstGeom>
        </p:spPr>
        <p:txBody>
          <a:bodyPr anchor="t" rtlCol="false" tIns="0" lIns="0" bIns="0" rIns="0">
            <a:spAutoFit/>
          </a:bodyPr>
          <a:lstStyle/>
          <a:p>
            <a:pPr algn="l">
              <a:lnSpc>
                <a:spcPts val="13439"/>
              </a:lnSpc>
              <a:spcBef>
                <a:spcPct val="0"/>
              </a:spcBef>
            </a:pPr>
            <a:r>
              <a:rPr lang="en-US" sz="9600" spc="-739">
                <a:solidFill>
                  <a:srgbClr val="000000"/>
                </a:solidFill>
                <a:latin typeface="DM Sans"/>
                <a:ea typeface="DM Sans"/>
                <a:cs typeface="DM Sans"/>
                <a:sym typeface="DM Sans"/>
              </a:rPr>
              <a:t>Mission</a:t>
            </a:r>
          </a:p>
        </p:txBody>
      </p:sp>
      <p:sp>
        <p:nvSpPr>
          <p:cNvPr name="TextBox 9" id="9"/>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0" id="10"/>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1" id="11"/>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2" id="12"/>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3" id="13"/>
          <p:cNvSpPr txBox="true"/>
          <p:nvPr/>
        </p:nvSpPr>
        <p:spPr>
          <a:xfrm rot="0">
            <a:off x="5893572" y="5482590"/>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14" id="14"/>
          <p:cNvGrpSpPr/>
          <p:nvPr/>
        </p:nvGrpSpPr>
        <p:grpSpPr>
          <a:xfrm rot="-2700000">
            <a:off x="5383820" y="5578500"/>
            <a:ext cx="233141" cy="233141"/>
            <a:chOff x="0" y="0"/>
            <a:chExt cx="61403" cy="61403"/>
          </a:xfrm>
        </p:grpSpPr>
        <p:sp>
          <p:nvSpPr>
            <p:cNvPr name="Freeform 15" id="15"/>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6" id="16"/>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sp>
        <p:nvSpPr>
          <p:cNvPr name="TextBox 17" id="17"/>
          <p:cNvSpPr txBox="true"/>
          <p:nvPr/>
        </p:nvSpPr>
        <p:spPr>
          <a:xfrm rot="0">
            <a:off x="10070427" y="640270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18" id="18"/>
          <p:cNvGrpSpPr/>
          <p:nvPr/>
        </p:nvGrpSpPr>
        <p:grpSpPr>
          <a:xfrm rot="-2700000">
            <a:off x="9560675" y="6498615"/>
            <a:ext cx="233141" cy="233141"/>
            <a:chOff x="0" y="0"/>
            <a:chExt cx="61403" cy="61403"/>
          </a:xfrm>
        </p:grpSpPr>
        <p:sp>
          <p:nvSpPr>
            <p:cNvPr name="Freeform 19" id="19"/>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20" id="20"/>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sp>
        <p:nvSpPr>
          <p:cNvPr name="TextBox 21" id="21"/>
          <p:cNvSpPr txBox="true"/>
          <p:nvPr/>
        </p:nvSpPr>
        <p:spPr>
          <a:xfrm rot="0">
            <a:off x="14247282" y="7322820"/>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22" id="22"/>
          <p:cNvGrpSpPr/>
          <p:nvPr/>
        </p:nvGrpSpPr>
        <p:grpSpPr>
          <a:xfrm rot="-2700000">
            <a:off x="13737530" y="7418730"/>
            <a:ext cx="233141" cy="233141"/>
            <a:chOff x="0" y="0"/>
            <a:chExt cx="61403" cy="61403"/>
          </a:xfrm>
        </p:grpSpPr>
        <p:sp>
          <p:nvSpPr>
            <p:cNvPr name="Freeform 23" id="23"/>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24" id="24"/>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sp>
        <p:nvSpPr>
          <p:cNvPr name="Freeform 25" id="25"/>
          <p:cNvSpPr/>
          <p:nvPr/>
        </p:nvSpPr>
        <p:spPr>
          <a:xfrm flipH="true" flipV="false" rot="-10800000">
            <a:off x="0" y="6550118"/>
            <a:ext cx="6742017" cy="3736882"/>
          </a:xfrm>
          <a:custGeom>
            <a:avLst/>
            <a:gdLst/>
            <a:ahLst/>
            <a:cxnLst/>
            <a:rect r="r" b="b" t="t" l="l"/>
            <a:pathLst>
              <a:path h="3736882" w="6742017">
                <a:moveTo>
                  <a:pt x="6742017" y="0"/>
                </a:moveTo>
                <a:lnTo>
                  <a:pt x="0" y="0"/>
                </a:lnTo>
                <a:lnTo>
                  <a:pt x="0" y="3736882"/>
                </a:lnTo>
                <a:lnTo>
                  <a:pt x="6742017" y="3736882"/>
                </a:lnTo>
                <a:lnTo>
                  <a:pt x="674201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9546014"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2700000">
            <a:off x="9594299" y="2674899"/>
            <a:ext cx="233141" cy="233141"/>
            <a:chOff x="0" y="0"/>
            <a:chExt cx="61403" cy="61403"/>
          </a:xfrm>
        </p:grpSpPr>
        <p:sp>
          <p:nvSpPr>
            <p:cNvPr name="Freeform 9" id="9"/>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0" id="10"/>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2700000">
            <a:off x="13737530" y="2674899"/>
            <a:ext cx="233141" cy="233141"/>
            <a:chOff x="0" y="0"/>
            <a:chExt cx="61403" cy="61403"/>
          </a:xfrm>
        </p:grpSpPr>
        <p:sp>
          <p:nvSpPr>
            <p:cNvPr name="Freeform 12" id="12"/>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3" id="13"/>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4" id="14"/>
          <p:cNvGrpSpPr/>
          <p:nvPr/>
        </p:nvGrpSpPr>
        <p:grpSpPr>
          <a:xfrm rot="-2700000">
            <a:off x="9594299" y="5413566"/>
            <a:ext cx="233141" cy="233141"/>
            <a:chOff x="0" y="0"/>
            <a:chExt cx="61403" cy="61403"/>
          </a:xfrm>
        </p:grpSpPr>
        <p:sp>
          <p:nvSpPr>
            <p:cNvPr name="Freeform 15" id="15"/>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6" id="16"/>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7" id="17"/>
          <p:cNvGrpSpPr/>
          <p:nvPr/>
        </p:nvGrpSpPr>
        <p:grpSpPr>
          <a:xfrm rot="-2700000">
            <a:off x="13737530" y="5413566"/>
            <a:ext cx="233141" cy="233141"/>
            <a:chOff x="0" y="0"/>
            <a:chExt cx="61403" cy="61403"/>
          </a:xfrm>
        </p:grpSpPr>
        <p:sp>
          <p:nvSpPr>
            <p:cNvPr name="Freeform 18" id="18"/>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9" id="19"/>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20" id="20"/>
          <p:cNvGrpSpPr/>
          <p:nvPr/>
        </p:nvGrpSpPr>
        <p:grpSpPr>
          <a:xfrm rot="0">
            <a:off x="1028700" y="4466844"/>
            <a:ext cx="6696506" cy="5820156"/>
            <a:chOff x="0" y="0"/>
            <a:chExt cx="1037464" cy="901694"/>
          </a:xfrm>
        </p:grpSpPr>
        <p:sp>
          <p:nvSpPr>
            <p:cNvPr name="Freeform 21" id="21"/>
            <p:cNvSpPr/>
            <p:nvPr/>
          </p:nvSpPr>
          <p:spPr>
            <a:xfrm flipH="false" flipV="false" rot="0">
              <a:off x="0" y="0"/>
              <a:ext cx="1037464" cy="901694"/>
            </a:xfrm>
            <a:custGeom>
              <a:avLst/>
              <a:gdLst/>
              <a:ahLst/>
              <a:cxnLst/>
              <a:rect r="r" b="b" t="t" l="l"/>
              <a:pathLst>
                <a:path h="901694" w="1037464">
                  <a:moveTo>
                    <a:pt x="0" y="0"/>
                  </a:moveTo>
                  <a:lnTo>
                    <a:pt x="1037464" y="0"/>
                  </a:lnTo>
                  <a:lnTo>
                    <a:pt x="1037464" y="901694"/>
                  </a:lnTo>
                  <a:lnTo>
                    <a:pt x="0" y="901694"/>
                  </a:lnTo>
                  <a:close/>
                </a:path>
              </a:pathLst>
            </a:custGeom>
            <a:blipFill>
              <a:blip r:embed="rId2"/>
              <a:stretch>
                <a:fillRect l="-27256" t="0" r="-27256" b="0"/>
              </a:stretch>
            </a:blipFill>
          </p:spPr>
        </p:sp>
      </p:grpSp>
      <p:sp>
        <p:nvSpPr>
          <p:cNvPr name="Freeform 22" id="22"/>
          <p:cNvSpPr/>
          <p:nvPr/>
        </p:nvSpPr>
        <p:spPr>
          <a:xfrm flipH="false" flipV="false" rot="-10800000">
            <a:off x="13378082" y="7565591"/>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3" id="23"/>
          <p:cNvSpPr txBox="true"/>
          <p:nvPr/>
        </p:nvSpPr>
        <p:spPr>
          <a:xfrm rot="0">
            <a:off x="1028700" y="2754828"/>
            <a:ext cx="7383839" cy="1154811"/>
          </a:xfrm>
          <a:prstGeom prst="rect">
            <a:avLst/>
          </a:prstGeom>
        </p:spPr>
        <p:txBody>
          <a:bodyPr anchor="t" rtlCol="false" tIns="0" lIns="0" bIns="0" rIns="0">
            <a:spAutoFit/>
          </a:bodyPr>
          <a:lstStyle/>
          <a:p>
            <a:pPr algn="l">
              <a:lnSpc>
                <a:spcPts val="8352"/>
              </a:lnSpc>
            </a:pPr>
            <a:r>
              <a:rPr lang="en-US" sz="9600" spc="-739">
                <a:solidFill>
                  <a:srgbClr val="000000"/>
                </a:solidFill>
                <a:latin typeface="DM Sans"/>
                <a:ea typeface="DM Sans"/>
                <a:cs typeface="DM Sans"/>
                <a:sym typeface="DM Sans"/>
              </a:rPr>
              <a:t>What We Do?</a:t>
            </a:r>
          </a:p>
        </p:txBody>
      </p:sp>
      <p:sp>
        <p:nvSpPr>
          <p:cNvPr name="TextBox 24" id="24"/>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25" id="25"/>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6" id="26"/>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7" id="27"/>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8" id="28"/>
          <p:cNvSpPr txBox="true"/>
          <p:nvPr/>
        </p:nvSpPr>
        <p:spPr>
          <a:xfrm rot="0">
            <a:off x="10104051" y="2578989"/>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
        <p:nvSpPr>
          <p:cNvPr name="TextBox 29" id="29"/>
          <p:cNvSpPr txBox="true"/>
          <p:nvPr/>
        </p:nvSpPr>
        <p:spPr>
          <a:xfrm rot="0">
            <a:off x="14247282" y="2578989"/>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
        <p:nvSpPr>
          <p:cNvPr name="TextBox 30" id="30"/>
          <p:cNvSpPr txBox="true"/>
          <p:nvPr/>
        </p:nvSpPr>
        <p:spPr>
          <a:xfrm rot="0">
            <a:off x="10104051" y="5317656"/>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
        <p:nvSpPr>
          <p:cNvPr name="TextBox 31" id="31"/>
          <p:cNvSpPr txBox="true"/>
          <p:nvPr/>
        </p:nvSpPr>
        <p:spPr>
          <a:xfrm rot="0">
            <a:off x="14247282" y="5317656"/>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4687126"/>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sp>
        <p:nvSpPr>
          <p:cNvPr name="TextBox 8" id="8"/>
          <p:cNvSpPr txBox="true"/>
          <p:nvPr/>
        </p:nvSpPr>
        <p:spPr>
          <a:xfrm rot="0">
            <a:off x="1028700" y="2820899"/>
            <a:ext cx="6601473" cy="1642110"/>
          </a:xfrm>
          <a:prstGeom prst="rect">
            <a:avLst/>
          </a:prstGeom>
        </p:spPr>
        <p:txBody>
          <a:bodyPr anchor="t" rtlCol="false" tIns="0" lIns="0" bIns="0" rIns="0">
            <a:spAutoFit/>
          </a:bodyPr>
          <a:lstStyle/>
          <a:p>
            <a:pPr algn="l">
              <a:lnSpc>
                <a:spcPts val="13439"/>
              </a:lnSpc>
              <a:spcBef>
                <a:spcPct val="0"/>
              </a:spcBef>
            </a:pPr>
            <a:r>
              <a:rPr lang="en-US" sz="9600" spc="-739">
                <a:solidFill>
                  <a:srgbClr val="000000"/>
                </a:solidFill>
                <a:latin typeface="DM Sans"/>
                <a:ea typeface="DM Sans"/>
                <a:cs typeface="DM Sans"/>
                <a:sym typeface="DM Sans"/>
              </a:rPr>
              <a:t>Milestones</a:t>
            </a:r>
          </a:p>
        </p:txBody>
      </p:sp>
      <p:sp>
        <p:nvSpPr>
          <p:cNvPr name="TextBox 9" id="9"/>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0" id="10"/>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1" id="11"/>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2" id="12"/>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3" id="13"/>
          <p:cNvSpPr txBox="true"/>
          <p:nvPr/>
        </p:nvSpPr>
        <p:spPr>
          <a:xfrm rot="0">
            <a:off x="1028700" y="737044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14" id="14"/>
          <p:cNvGrpSpPr/>
          <p:nvPr/>
        </p:nvGrpSpPr>
        <p:grpSpPr>
          <a:xfrm rot="0">
            <a:off x="1028700" y="6578524"/>
            <a:ext cx="1100282" cy="452830"/>
            <a:chOff x="0" y="0"/>
            <a:chExt cx="289786" cy="119264"/>
          </a:xfrm>
        </p:grpSpPr>
        <p:sp>
          <p:nvSpPr>
            <p:cNvPr name="Freeform 15" id="15"/>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16" id="16"/>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17" id="17"/>
          <p:cNvSpPr txBox="true"/>
          <p:nvPr/>
        </p:nvSpPr>
        <p:spPr>
          <a:xfrm rot="0">
            <a:off x="1166442"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2021</a:t>
            </a:r>
          </a:p>
        </p:txBody>
      </p:sp>
      <p:sp>
        <p:nvSpPr>
          <p:cNvPr name="TextBox 18" id="18"/>
          <p:cNvSpPr txBox="true"/>
          <p:nvPr/>
        </p:nvSpPr>
        <p:spPr>
          <a:xfrm rot="0">
            <a:off x="5434894" y="737044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19" id="19"/>
          <p:cNvGrpSpPr/>
          <p:nvPr/>
        </p:nvGrpSpPr>
        <p:grpSpPr>
          <a:xfrm rot="0">
            <a:off x="5434894" y="6578524"/>
            <a:ext cx="1100282" cy="452830"/>
            <a:chOff x="0" y="0"/>
            <a:chExt cx="289786" cy="119264"/>
          </a:xfrm>
        </p:grpSpPr>
        <p:sp>
          <p:nvSpPr>
            <p:cNvPr name="Freeform 20" id="20"/>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21" id="21"/>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22" id="22"/>
          <p:cNvSpPr txBox="true"/>
          <p:nvPr/>
        </p:nvSpPr>
        <p:spPr>
          <a:xfrm rot="0">
            <a:off x="5572636"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2022</a:t>
            </a:r>
          </a:p>
        </p:txBody>
      </p:sp>
      <p:sp>
        <p:nvSpPr>
          <p:cNvPr name="TextBox 23" id="23"/>
          <p:cNvSpPr txBox="true"/>
          <p:nvPr/>
        </p:nvSpPr>
        <p:spPr>
          <a:xfrm rot="0">
            <a:off x="9841088" y="737044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24" id="24"/>
          <p:cNvGrpSpPr/>
          <p:nvPr/>
        </p:nvGrpSpPr>
        <p:grpSpPr>
          <a:xfrm rot="0">
            <a:off x="9841088" y="6578524"/>
            <a:ext cx="1100282" cy="452830"/>
            <a:chOff x="0" y="0"/>
            <a:chExt cx="289786" cy="119264"/>
          </a:xfrm>
        </p:grpSpPr>
        <p:sp>
          <p:nvSpPr>
            <p:cNvPr name="Freeform 25" id="25"/>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26" id="26"/>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27" id="27"/>
          <p:cNvSpPr txBox="true"/>
          <p:nvPr/>
        </p:nvSpPr>
        <p:spPr>
          <a:xfrm rot="0">
            <a:off x="9978830"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2023</a:t>
            </a:r>
          </a:p>
        </p:txBody>
      </p:sp>
      <p:sp>
        <p:nvSpPr>
          <p:cNvPr name="TextBox 28" id="28"/>
          <p:cNvSpPr txBox="true"/>
          <p:nvPr/>
        </p:nvSpPr>
        <p:spPr>
          <a:xfrm rot="0">
            <a:off x="14247282" y="737044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29" id="29"/>
          <p:cNvGrpSpPr/>
          <p:nvPr/>
        </p:nvGrpSpPr>
        <p:grpSpPr>
          <a:xfrm rot="0">
            <a:off x="14247282" y="6578524"/>
            <a:ext cx="1100282" cy="452830"/>
            <a:chOff x="0" y="0"/>
            <a:chExt cx="289786" cy="119264"/>
          </a:xfrm>
        </p:grpSpPr>
        <p:sp>
          <p:nvSpPr>
            <p:cNvPr name="Freeform 30" id="30"/>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31" id="31"/>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32" id="32"/>
          <p:cNvSpPr txBox="true"/>
          <p:nvPr/>
        </p:nvSpPr>
        <p:spPr>
          <a:xfrm rot="0">
            <a:off x="14385024"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2024</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6541403" y="2732294"/>
            <a:ext cx="2287870" cy="2177191"/>
            <a:chOff x="0" y="0"/>
            <a:chExt cx="413845" cy="393825"/>
          </a:xfrm>
        </p:grpSpPr>
        <p:sp>
          <p:nvSpPr>
            <p:cNvPr name="Freeform 9" id="9"/>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2"/>
              <a:stretch>
                <a:fillRect l="-27895" t="-2541" r="-55309" b="-89976"/>
              </a:stretch>
            </a:blipFill>
          </p:spPr>
        </p:sp>
      </p:grpSp>
      <p:grpSp>
        <p:nvGrpSpPr>
          <p:cNvPr name="Group 10" id="10"/>
          <p:cNvGrpSpPr/>
          <p:nvPr/>
        </p:nvGrpSpPr>
        <p:grpSpPr>
          <a:xfrm rot="0">
            <a:off x="10492267" y="2732294"/>
            <a:ext cx="2287870" cy="2177191"/>
            <a:chOff x="0" y="0"/>
            <a:chExt cx="413845" cy="393825"/>
          </a:xfrm>
        </p:grpSpPr>
        <p:sp>
          <p:nvSpPr>
            <p:cNvPr name="Freeform 11" id="11"/>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3"/>
              <a:stretch>
                <a:fillRect l="-124903" t="-13499" r="-153010" b="-151084"/>
              </a:stretch>
            </a:blipFill>
          </p:spPr>
        </p:sp>
      </p:grpSp>
      <p:grpSp>
        <p:nvGrpSpPr>
          <p:cNvPr name="Group 12" id="12"/>
          <p:cNvGrpSpPr/>
          <p:nvPr/>
        </p:nvGrpSpPr>
        <p:grpSpPr>
          <a:xfrm rot="0">
            <a:off x="6541403" y="6376167"/>
            <a:ext cx="2287870" cy="2177191"/>
            <a:chOff x="0" y="0"/>
            <a:chExt cx="413845" cy="393825"/>
          </a:xfrm>
        </p:grpSpPr>
        <p:sp>
          <p:nvSpPr>
            <p:cNvPr name="Freeform 13" id="13"/>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4"/>
              <a:stretch>
                <a:fillRect l="-98496" t="-20079" r="-126201" b="-107247"/>
              </a:stretch>
            </a:blipFill>
          </p:spPr>
        </p:sp>
      </p:grpSp>
      <p:grpSp>
        <p:nvGrpSpPr>
          <p:cNvPr name="Group 14" id="14"/>
          <p:cNvGrpSpPr/>
          <p:nvPr/>
        </p:nvGrpSpPr>
        <p:grpSpPr>
          <a:xfrm rot="0">
            <a:off x="10492267" y="6376167"/>
            <a:ext cx="2287870" cy="2177191"/>
            <a:chOff x="0" y="0"/>
            <a:chExt cx="413845" cy="393825"/>
          </a:xfrm>
        </p:grpSpPr>
        <p:sp>
          <p:nvSpPr>
            <p:cNvPr name="Freeform 15" id="15"/>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5"/>
              <a:stretch>
                <a:fillRect l="-108004" t="0" r="-77665" b="-100377"/>
              </a:stretch>
            </a:blipFill>
          </p:spPr>
        </p:sp>
      </p:grpSp>
      <p:sp>
        <p:nvSpPr>
          <p:cNvPr name="Freeform 16" id="16"/>
          <p:cNvSpPr/>
          <p:nvPr/>
        </p:nvSpPr>
        <p:spPr>
          <a:xfrm flipH="false" flipV="false" rot="0">
            <a:off x="13402503" y="3979063"/>
            <a:ext cx="4885497" cy="6307937"/>
          </a:xfrm>
          <a:custGeom>
            <a:avLst/>
            <a:gdLst/>
            <a:ahLst/>
            <a:cxnLst/>
            <a:rect r="r" b="b" t="t" l="l"/>
            <a:pathLst>
              <a:path h="6307937" w="4885497">
                <a:moveTo>
                  <a:pt x="0" y="0"/>
                </a:moveTo>
                <a:lnTo>
                  <a:pt x="4885497" y="0"/>
                </a:lnTo>
                <a:lnTo>
                  <a:pt x="4885497" y="6307937"/>
                </a:lnTo>
                <a:lnTo>
                  <a:pt x="0" y="63079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1028700" y="2754828"/>
            <a:ext cx="3976336" cy="3269361"/>
          </a:xfrm>
          <a:prstGeom prst="rect">
            <a:avLst/>
          </a:prstGeom>
        </p:spPr>
        <p:txBody>
          <a:bodyPr anchor="t" rtlCol="false" tIns="0" lIns="0" bIns="0" rIns="0">
            <a:spAutoFit/>
          </a:bodyPr>
          <a:lstStyle/>
          <a:p>
            <a:pPr algn="l">
              <a:lnSpc>
                <a:spcPts val="8352"/>
              </a:lnSpc>
            </a:pPr>
            <a:r>
              <a:rPr lang="en-US" sz="9600" spc="-739">
                <a:solidFill>
                  <a:srgbClr val="000000"/>
                </a:solidFill>
                <a:latin typeface="DM Sans"/>
                <a:ea typeface="DM Sans"/>
                <a:cs typeface="DM Sans"/>
                <a:sym typeface="DM Sans"/>
              </a:rPr>
              <a:t>Meet Our Team</a:t>
            </a:r>
          </a:p>
        </p:txBody>
      </p:sp>
      <p:sp>
        <p:nvSpPr>
          <p:cNvPr name="TextBox 18" id="18"/>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9" id="19"/>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0" id="20"/>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1" id="21"/>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2" id="22"/>
          <p:cNvSpPr txBox="true"/>
          <p:nvPr/>
        </p:nvSpPr>
        <p:spPr>
          <a:xfrm rot="0">
            <a:off x="6541403" y="5039117"/>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Aaron Loeb</a:t>
            </a:r>
          </a:p>
        </p:txBody>
      </p:sp>
      <p:sp>
        <p:nvSpPr>
          <p:cNvPr name="TextBox 23" id="23"/>
          <p:cNvSpPr txBox="true"/>
          <p:nvPr/>
        </p:nvSpPr>
        <p:spPr>
          <a:xfrm rot="0">
            <a:off x="6541403" y="5307722"/>
            <a:ext cx="1769965"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Manager</a:t>
            </a:r>
          </a:p>
        </p:txBody>
      </p:sp>
      <p:sp>
        <p:nvSpPr>
          <p:cNvPr name="TextBox 24" id="24"/>
          <p:cNvSpPr txBox="true"/>
          <p:nvPr/>
        </p:nvSpPr>
        <p:spPr>
          <a:xfrm rot="0">
            <a:off x="10492267" y="5039117"/>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Ndemi Otieno</a:t>
            </a:r>
          </a:p>
        </p:txBody>
      </p:sp>
      <p:sp>
        <p:nvSpPr>
          <p:cNvPr name="TextBox 25" id="25"/>
          <p:cNvSpPr txBox="true"/>
          <p:nvPr/>
        </p:nvSpPr>
        <p:spPr>
          <a:xfrm rot="0">
            <a:off x="10492267" y="5307722"/>
            <a:ext cx="2001190"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Creative Director</a:t>
            </a:r>
          </a:p>
        </p:txBody>
      </p:sp>
      <p:sp>
        <p:nvSpPr>
          <p:cNvPr name="TextBox 26" id="26"/>
          <p:cNvSpPr txBox="true"/>
          <p:nvPr/>
        </p:nvSpPr>
        <p:spPr>
          <a:xfrm rot="0">
            <a:off x="6541403" y="8682991"/>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Claudia Alves</a:t>
            </a:r>
          </a:p>
        </p:txBody>
      </p:sp>
      <p:sp>
        <p:nvSpPr>
          <p:cNvPr name="TextBox 27" id="27"/>
          <p:cNvSpPr txBox="true"/>
          <p:nvPr/>
        </p:nvSpPr>
        <p:spPr>
          <a:xfrm rot="0">
            <a:off x="6541403" y="8951595"/>
            <a:ext cx="1769965"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Marketer</a:t>
            </a:r>
          </a:p>
        </p:txBody>
      </p:sp>
      <p:sp>
        <p:nvSpPr>
          <p:cNvPr name="TextBox 28" id="28"/>
          <p:cNvSpPr txBox="true"/>
          <p:nvPr/>
        </p:nvSpPr>
        <p:spPr>
          <a:xfrm rot="0">
            <a:off x="10492267" y="8682991"/>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Sacha Dubois</a:t>
            </a:r>
          </a:p>
        </p:txBody>
      </p:sp>
      <p:sp>
        <p:nvSpPr>
          <p:cNvPr name="TextBox 29" id="29"/>
          <p:cNvSpPr txBox="true"/>
          <p:nvPr/>
        </p:nvSpPr>
        <p:spPr>
          <a:xfrm rot="0">
            <a:off x="10492267" y="8951595"/>
            <a:ext cx="1769965"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Copywriter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7899809"/>
            <a:ext cx="3401658" cy="452830"/>
            <a:chOff x="0" y="0"/>
            <a:chExt cx="895910" cy="119264"/>
          </a:xfrm>
        </p:grpSpPr>
        <p:sp>
          <p:nvSpPr>
            <p:cNvPr name="Freeform 6" id="6"/>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7" id="7"/>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8993564" y="8805470"/>
            <a:ext cx="3401658" cy="452830"/>
            <a:chOff x="0" y="0"/>
            <a:chExt cx="895910" cy="119264"/>
          </a:xfrm>
        </p:grpSpPr>
        <p:sp>
          <p:nvSpPr>
            <p:cNvPr name="Freeform 9" id="9"/>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10" id="10"/>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0">
            <a:off x="5010881" y="8352639"/>
            <a:ext cx="3401658" cy="452830"/>
            <a:chOff x="0" y="0"/>
            <a:chExt cx="895910" cy="119264"/>
          </a:xfrm>
        </p:grpSpPr>
        <p:sp>
          <p:nvSpPr>
            <p:cNvPr name="Freeform 12" id="12"/>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13" id="13"/>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grpSp>
        <p:nvGrpSpPr>
          <p:cNvPr name="Group 14" id="14"/>
          <p:cNvGrpSpPr/>
          <p:nvPr/>
        </p:nvGrpSpPr>
        <p:grpSpPr>
          <a:xfrm rot="0">
            <a:off x="8993564" y="2758898"/>
            <a:ext cx="9294436" cy="5140910"/>
            <a:chOff x="0" y="0"/>
            <a:chExt cx="1439951" cy="796462"/>
          </a:xfrm>
        </p:grpSpPr>
        <p:sp>
          <p:nvSpPr>
            <p:cNvPr name="Freeform 15" id="15"/>
            <p:cNvSpPr/>
            <p:nvPr/>
          </p:nvSpPr>
          <p:spPr>
            <a:xfrm flipH="false" flipV="false" rot="0">
              <a:off x="0" y="0"/>
              <a:ext cx="1439951" cy="796462"/>
            </a:xfrm>
            <a:custGeom>
              <a:avLst/>
              <a:gdLst/>
              <a:ahLst/>
              <a:cxnLst/>
              <a:rect r="r" b="b" t="t" l="l"/>
              <a:pathLst>
                <a:path h="796462" w="1439951">
                  <a:moveTo>
                    <a:pt x="0" y="0"/>
                  </a:moveTo>
                  <a:lnTo>
                    <a:pt x="1439951" y="0"/>
                  </a:lnTo>
                  <a:lnTo>
                    <a:pt x="1439951" y="796462"/>
                  </a:lnTo>
                  <a:lnTo>
                    <a:pt x="0" y="796462"/>
                  </a:lnTo>
                  <a:close/>
                </a:path>
              </a:pathLst>
            </a:custGeom>
            <a:blipFill>
              <a:blip r:embed="rId2"/>
              <a:stretch>
                <a:fillRect l="0" t="-10226" r="0" b="-10226"/>
              </a:stretch>
            </a:blipFill>
          </p:spPr>
        </p:sp>
      </p:grpSp>
      <p:sp>
        <p:nvSpPr>
          <p:cNvPr name="Freeform 16" id="16"/>
          <p:cNvSpPr/>
          <p:nvPr/>
        </p:nvSpPr>
        <p:spPr>
          <a:xfrm flipH="false" flipV="false" rot="0">
            <a:off x="13861959" y="4581531"/>
            <a:ext cx="4418886" cy="5705469"/>
          </a:xfrm>
          <a:custGeom>
            <a:avLst/>
            <a:gdLst/>
            <a:ahLst/>
            <a:cxnLst/>
            <a:rect r="r" b="b" t="t" l="l"/>
            <a:pathLst>
              <a:path h="5705469" w="4418886">
                <a:moveTo>
                  <a:pt x="0" y="0"/>
                </a:moveTo>
                <a:lnTo>
                  <a:pt x="4418885" y="0"/>
                </a:lnTo>
                <a:lnTo>
                  <a:pt x="4418885" y="5705469"/>
                </a:lnTo>
                <a:lnTo>
                  <a:pt x="0" y="57054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0">
            <a:off x="1028700" y="4533906"/>
            <a:ext cx="1921529" cy="47625"/>
            <a:chOff x="0" y="0"/>
            <a:chExt cx="506082" cy="12543"/>
          </a:xfrm>
        </p:grpSpPr>
        <p:sp>
          <p:nvSpPr>
            <p:cNvPr name="Freeform 18" id="18"/>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19" id="19"/>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sp>
        <p:nvSpPr>
          <p:cNvPr name="TextBox 20" id="20"/>
          <p:cNvSpPr txBox="true"/>
          <p:nvPr/>
        </p:nvSpPr>
        <p:spPr>
          <a:xfrm rot="0">
            <a:off x="1028700" y="3063698"/>
            <a:ext cx="7383839" cy="1154811"/>
          </a:xfrm>
          <a:prstGeom prst="rect">
            <a:avLst/>
          </a:prstGeom>
        </p:spPr>
        <p:txBody>
          <a:bodyPr anchor="t" rtlCol="false" tIns="0" lIns="0" bIns="0" rIns="0">
            <a:spAutoFit/>
          </a:bodyPr>
          <a:lstStyle/>
          <a:p>
            <a:pPr algn="l">
              <a:lnSpc>
                <a:spcPts val="8352"/>
              </a:lnSpc>
            </a:pPr>
            <a:r>
              <a:rPr lang="en-US" sz="9600" spc="-739">
                <a:solidFill>
                  <a:srgbClr val="000000"/>
                </a:solidFill>
                <a:latin typeface="DM Sans"/>
                <a:ea typeface="DM Sans"/>
                <a:cs typeface="DM Sans"/>
                <a:sym typeface="DM Sans"/>
              </a:rPr>
              <a:t>Contact Us</a:t>
            </a:r>
          </a:p>
        </p:txBody>
      </p:sp>
      <p:sp>
        <p:nvSpPr>
          <p:cNvPr name="TextBox 21" id="21"/>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22" id="22"/>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3" id="23"/>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4" id="24"/>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5" id="25"/>
          <p:cNvSpPr txBox="true"/>
          <p:nvPr/>
        </p:nvSpPr>
        <p:spPr>
          <a:xfrm rot="0">
            <a:off x="1305960" y="7953821"/>
            <a:ext cx="284713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+123-456-7890</a:t>
            </a:r>
          </a:p>
        </p:txBody>
      </p:sp>
      <p:sp>
        <p:nvSpPr>
          <p:cNvPr name="TextBox 26" id="26"/>
          <p:cNvSpPr txBox="true"/>
          <p:nvPr/>
        </p:nvSpPr>
        <p:spPr>
          <a:xfrm rot="0">
            <a:off x="9270824" y="8859482"/>
            <a:ext cx="284713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www.reallygreatsite.com</a:t>
            </a:r>
          </a:p>
        </p:txBody>
      </p:sp>
      <p:sp>
        <p:nvSpPr>
          <p:cNvPr name="TextBox 27" id="27"/>
          <p:cNvSpPr txBox="true"/>
          <p:nvPr/>
        </p:nvSpPr>
        <p:spPr>
          <a:xfrm rot="0">
            <a:off x="5149511" y="8406652"/>
            <a:ext cx="312439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hello@reallygreatsite.com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10800000">
            <a:off x="13378082" y="7565591"/>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10800000">
            <a:off x="0" y="7565591"/>
            <a:ext cx="4909918" cy="2721409"/>
          </a:xfrm>
          <a:custGeom>
            <a:avLst/>
            <a:gdLst/>
            <a:ahLst/>
            <a:cxnLst/>
            <a:rect r="r" b="b" t="t" l="l"/>
            <a:pathLst>
              <a:path h="2721409" w="4909918">
                <a:moveTo>
                  <a:pt x="4909918" y="0"/>
                </a:moveTo>
                <a:lnTo>
                  <a:pt x="0" y="0"/>
                </a:lnTo>
                <a:lnTo>
                  <a:pt x="0" y="2721409"/>
                </a:lnTo>
                <a:lnTo>
                  <a:pt x="4909918" y="2721409"/>
                </a:lnTo>
                <a:lnTo>
                  <a:pt x="490991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8183235" y="8542435"/>
            <a:ext cx="1921529" cy="47625"/>
            <a:chOff x="0" y="0"/>
            <a:chExt cx="506082" cy="12543"/>
          </a:xfrm>
        </p:grpSpPr>
        <p:sp>
          <p:nvSpPr>
            <p:cNvPr name="Freeform 8" id="8"/>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9" id="9"/>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10" id="10"/>
          <p:cNvGrpSpPr/>
          <p:nvPr/>
        </p:nvGrpSpPr>
        <p:grpSpPr>
          <a:xfrm rot="-2700000">
            <a:off x="2485974" y="4852383"/>
            <a:ext cx="317690" cy="317690"/>
            <a:chOff x="0" y="0"/>
            <a:chExt cx="83671" cy="83671"/>
          </a:xfrm>
        </p:grpSpPr>
        <p:sp>
          <p:nvSpPr>
            <p:cNvPr name="Freeform 11" id="11"/>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12" id="12"/>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
        <p:nvSpPr>
          <p:cNvPr name="TextBox 13" id="13"/>
          <p:cNvSpPr txBox="true"/>
          <p:nvPr/>
        </p:nvSpPr>
        <p:spPr>
          <a:xfrm rot="0">
            <a:off x="3519540" y="3649788"/>
            <a:ext cx="11248919" cy="2446654"/>
          </a:xfrm>
          <a:prstGeom prst="rect">
            <a:avLst/>
          </a:prstGeom>
        </p:spPr>
        <p:txBody>
          <a:bodyPr anchor="t" rtlCol="false" tIns="0" lIns="0" bIns="0" rIns="0">
            <a:spAutoFit/>
          </a:bodyPr>
          <a:lstStyle/>
          <a:p>
            <a:pPr algn="ctr">
              <a:lnSpc>
                <a:spcPts val="20020"/>
              </a:lnSpc>
              <a:spcBef>
                <a:spcPct val="0"/>
              </a:spcBef>
            </a:pPr>
            <a:r>
              <a:rPr lang="en-US" sz="14300" spc="-1101">
                <a:solidFill>
                  <a:srgbClr val="000000"/>
                </a:solidFill>
                <a:latin typeface="DM Sans"/>
                <a:ea typeface="DM Sans"/>
                <a:cs typeface="DM Sans"/>
                <a:sym typeface="DM Sans"/>
              </a:rPr>
              <a:t>Thank You</a:t>
            </a:r>
          </a:p>
        </p:txBody>
      </p:sp>
      <p:sp>
        <p:nvSpPr>
          <p:cNvPr name="TextBox 14" id="14"/>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5" id="15"/>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6" id="16"/>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7" id="17"/>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grpSp>
        <p:nvGrpSpPr>
          <p:cNvPr name="Group 18" id="18"/>
          <p:cNvGrpSpPr/>
          <p:nvPr/>
        </p:nvGrpSpPr>
        <p:grpSpPr>
          <a:xfrm rot="-2700000">
            <a:off x="15484336" y="4852383"/>
            <a:ext cx="317690" cy="317690"/>
            <a:chOff x="0" y="0"/>
            <a:chExt cx="83671" cy="83671"/>
          </a:xfrm>
        </p:grpSpPr>
        <p:sp>
          <p:nvSpPr>
            <p:cNvPr name="Freeform 19" id="19"/>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20" id="20"/>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Machine Learning?</a:t>
            </a:r>
          </a:p>
        </p:txBody>
      </p:sp>
      <p:sp>
        <p:nvSpPr>
          <p:cNvPr id="3" name="Content Placeholder 2"/>
          <p:cNvSpPr>
            <a:spLocks noGrp="1"/>
          </p:cNvSpPr>
          <p:nvPr>
            <p:ph idx="1"/>
          </p:nvPr>
        </p:nvSpPr>
        <p:spPr/>
        <p:txBody>
          <a:bodyPr/>
          <a:lstStyle/>
          <a:p/>
          <a:p>
            <a:pPr/>
            <a:r>
              <a:t>Definition: Algorithms that learn from data without explicit programming.</a:t>
            </a:r>
          </a:p>
          <a:p>
            <a:pPr/>
            <a:r>
              <a:t>Focus: Enabling computers to improve performance on a specific task.</a:t>
            </a:r>
          </a:p>
          <a:p>
            <a:pPr/>
            <a:r>
              <a:t>Key Idea: Discover patterns and insights from data.</a:t>
            </a:r>
          </a:p>
          <a:p>
            <a:pPr/>
            <a:r>
              <a:t>Contrast with Traditional Programming: Explicit rules vs. learned rules.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Types of Machine Learning</a:t>
            </a:r>
          </a:p>
        </p:txBody>
      </p:sp>
      <p:sp>
        <p:nvSpPr>
          <p:cNvPr id="3" name="Content Placeholder 2"/>
          <p:cNvSpPr>
            <a:spLocks noGrp="1"/>
          </p:cNvSpPr>
          <p:nvPr>
            <p:ph idx="1"/>
          </p:nvPr>
        </p:nvSpPr>
        <p:spPr/>
        <p:txBody>
          <a:bodyPr/>
          <a:lstStyle/>
          <a:p/>
          <a:p>
            <a:pPr/>
            <a:r>
              <a:t>Supervised Learning: Learning from labeled data (input-output pairs).</a:t>
            </a:r>
          </a:p>
          <a:p>
            <a:pPr/>
            <a:r>
              <a:t>Unsupervised Learning: Discovering patterns in unlabeled data.</a:t>
            </a:r>
          </a:p>
          <a:p>
            <a:pPr/>
            <a:r>
              <a:t>Reinforcement Learning: Learning through trial and error based on rewards.</a:t>
            </a:r>
          </a:p>
          <a:p>
            <a:pPr/>
            <a:r>
              <a:t>Semi-Supervised Learning: Combination of labeled and unlabeled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Supervised Learning: Regression vs. Classification</a:t>
            </a:r>
          </a:p>
        </p:txBody>
      </p:sp>
      <p:sp>
        <p:nvSpPr>
          <p:cNvPr id="3" name="Content Placeholder 2"/>
          <p:cNvSpPr>
            <a:spLocks noGrp="1"/>
          </p:cNvSpPr>
          <p:nvPr>
            <p:ph idx="1"/>
          </p:nvPr>
        </p:nvSpPr>
        <p:spPr/>
        <p:txBody>
          <a:bodyPr/>
          <a:lstStyle/>
          <a:p/>
          <a:p>
            <a:pPr/>
            <a:r>
              <a:t>Regression: Predicting continuous values (e.g., price, temperature).</a:t>
            </a:r>
          </a:p>
          <a:p>
            <a:pPr/>
            <a:r>
              <a:t>Classification: Predicting categorical values (e.g., spam/not spam, dog/cat).</a:t>
            </a:r>
          </a:p>
          <a:p>
            <a:pPr/>
            <a:r>
              <a:t>Examples: Linear Regression, Logistic Regression, Support Vector Machines.</a:t>
            </a:r>
          </a:p>
          <a:p>
            <a:pPr/>
            <a:r>
              <a:t>Evaluation Metrics: Accuracy, Precision, Recall, F1-score, Mean Squared Error.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Unsupervised Learning: Clustering &amp; Dimensionality Reduction</a:t>
            </a:r>
          </a:p>
        </p:txBody>
      </p:sp>
      <p:sp>
        <p:nvSpPr>
          <p:cNvPr id="3" name="Content Placeholder 2"/>
          <p:cNvSpPr>
            <a:spLocks noGrp="1"/>
          </p:cNvSpPr>
          <p:nvPr>
            <p:ph idx="1"/>
          </p:nvPr>
        </p:nvSpPr>
        <p:spPr/>
        <p:txBody>
          <a:bodyPr/>
          <a:lstStyle/>
          <a:p/>
          <a:p>
            <a:pPr/>
            <a:r>
              <a:t>Clustering: Grouping similar data points together (e.g., customer segmentation).</a:t>
            </a:r>
          </a:p>
          <a:p>
            <a:pPr/>
            <a:r>
              <a:t>Dimensionality Reduction: Reducing the number of variables while preserving information.</a:t>
            </a:r>
          </a:p>
          <a:p>
            <a:pPr/>
            <a:r>
              <a:t>Examples: K-Means Clustering, Principal Component Analysis (PCA).</a:t>
            </a:r>
          </a:p>
          <a:p>
            <a:pPr/>
            <a:r>
              <a:t>Applications: Data exploration, feature engineering.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Applications of Machine Learning</a:t>
            </a:r>
          </a:p>
        </p:txBody>
      </p:sp>
      <p:sp>
        <p:nvSpPr>
          <p:cNvPr id="3" name="Content Placeholder 2"/>
          <p:cNvSpPr>
            <a:spLocks noGrp="1"/>
          </p:cNvSpPr>
          <p:nvPr>
            <p:ph idx="1"/>
          </p:nvPr>
        </p:nvSpPr>
        <p:spPr/>
        <p:txBody>
          <a:bodyPr/>
          <a:lstStyle/>
          <a:p/>
          <a:p>
            <a:pPr/>
            <a:r>
              <a:t>Image Recognition: Object detection, facial recognition.</a:t>
            </a:r>
          </a:p>
          <a:p>
            <a:pPr/>
            <a:r>
              <a:t>Natural Language Processing: Machine translation, sentiment analysis.</a:t>
            </a:r>
          </a:p>
          <a:p>
            <a:pPr/>
            <a:r>
              <a:t>Recommendation Systems: Personalized product suggestions.</a:t>
            </a:r>
          </a:p>
          <a:p>
            <a:pPr/>
            <a:r>
              <a:t>Fraud Detection: Identifying fraudulent transactions.</a:t>
            </a:r>
          </a:p>
          <a:p>
            <a:pPr/>
            <a:r>
              <a:t>Medical Diagnosis: Assisting in disease detection and prediction.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DAGzsAbcGlM</dc:identifier>
  <dcterms:modified xsi:type="dcterms:W3CDTF">2011-08-01T06:04:30Z</dcterms:modified>
  <cp:revision>1</cp:revision>
  <dc:title>Template 1</dc:title>
</cp:coreProperties>
</file>