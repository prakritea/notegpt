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media/image4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DM Sans" charset="1" panose="00000000000000000000"/>
      <p:regular r:id="rId16"/>
    </p:embeddedFont>
    <p:embeddedFont>
      <p:font typeface="DM Sans Bold" charset="1" panose="00000000000000000000"/>
      <p:regular r:id="rId17"/>
    </p:embeddedFont>
    <p:embeddedFont>
      <p:font typeface="Helvetica World" charset="1" panose="020B05000400000200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font" Target="fonts/font16.fntdata"/><Relationship Id="rId17" Type="http://schemas.openxmlformats.org/officeDocument/2006/relationships/font" Target="fonts/font17.fntdata"/><Relationship Id="rId18" Type="http://schemas.openxmlformats.org/officeDocument/2006/relationships/font" Target="fonts/font18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eg"/><Relationship Id="rId3" Type="http://schemas.openxmlformats.org/officeDocument/2006/relationships/image" Target="../media/image1.png"/><Relationship Id="rId4" Type="http://schemas.openxmlformats.org/officeDocument/2006/relationships/image" Target="../media/image2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eg"/><Relationship Id="rId3" Type="http://schemas.openxmlformats.org/officeDocument/2006/relationships/image" Target="../media/image1.png"/><Relationship Id="rId4" Type="http://schemas.openxmlformats.org/officeDocument/2006/relationships/image" Target="../media/image2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eg"/><Relationship Id="rId3" Type="http://schemas.openxmlformats.org/officeDocument/2006/relationships/image" Target="../media/image3.png"/><Relationship Id="rId4" Type="http://schemas.openxmlformats.org/officeDocument/2006/relationships/image" Target="../media/image4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eg"/><Relationship Id="rId3" Type="http://schemas.openxmlformats.org/officeDocument/2006/relationships/image" Target="../media/image9.jpeg"/><Relationship Id="rId4" Type="http://schemas.openxmlformats.org/officeDocument/2006/relationships/image" Target="../media/image10.jpeg"/><Relationship Id="rId5" Type="http://schemas.openxmlformats.org/officeDocument/2006/relationships/image" Target="../media/image11.jpeg"/><Relationship Id="rId6" Type="http://schemas.openxmlformats.org/officeDocument/2006/relationships/image" Target="../media/image1.png"/><Relationship Id="rId7" Type="http://schemas.openxmlformats.org/officeDocument/2006/relationships/image" Target="../media/image2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eg"/><Relationship Id="rId3" Type="http://schemas.openxmlformats.org/officeDocument/2006/relationships/image" Target="../media/image1.png"/><Relationship Id="rId4" Type="http://schemas.openxmlformats.org/officeDocument/2006/relationships/image" Target="../media/image2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755947" y="3144259"/>
            <a:ext cx="5532053" cy="7142741"/>
          </a:xfrm>
          <a:custGeom>
            <a:avLst/>
            <a:gdLst/>
            <a:ahLst/>
            <a:cxnLst/>
            <a:rect r="r" b="b" t="t" l="l"/>
            <a:pathLst>
              <a:path h="7142741" w="5532053">
                <a:moveTo>
                  <a:pt x="0" y="0"/>
                </a:moveTo>
                <a:lnTo>
                  <a:pt x="5532053" y="0"/>
                </a:lnTo>
                <a:lnTo>
                  <a:pt x="5532053" y="7142741"/>
                </a:lnTo>
                <a:lnTo>
                  <a:pt x="0" y="71427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518219" y="1432395"/>
            <a:ext cx="343740" cy="47625"/>
            <a:chOff x="0" y="0"/>
            <a:chExt cx="90532" cy="1254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0532" cy="12543"/>
            </a:xfrm>
            <a:custGeom>
              <a:avLst/>
              <a:gdLst/>
              <a:ahLst/>
              <a:cxnLst/>
              <a:rect r="r" b="b" t="t" l="l"/>
              <a:pathLst>
                <a:path h="12543" w="90532">
                  <a:moveTo>
                    <a:pt x="0" y="0"/>
                  </a:moveTo>
                  <a:lnTo>
                    <a:pt x="90532" y="0"/>
                  </a:lnTo>
                  <a:lnTo>
                    <a:pt x="90532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90532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0" y="0"/>
            <a:ext cx="4909918" cy="2721409"/>
          </a:xfrm>
          <a:custGeom>
            <a:avLst/>
            <a:gdLst/>
            <a:ahLst/>
            <a:cxnLst/>
            <a:rect r="r" b="b" t="t" l="l"/>
            <a:pathLst>
              <a:path h="2721409" w="4909918">
                <a:moveTo>
                  <a:pt x="0" y="0"/>
                </a:moveTo>
                <a:lnTo>
                  <a:pt x="4909918" y="0"/>
                </a:lnTo>
                <a:lnTo>
                  <a:pt x="4909918" y="2721409"/>
                </a:lnTo>
                <a:lnTo>
                  <a:pt x="0" y="27214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28700" y="8805470"/>
            <a:ext cx="3401658" cy="452830"/>
            <a:chOff x="0" y="0"/>
            <a:chExt cx="895910" cy="11926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95910" cy="119264"/>
            </a:xfrm>
            <a:custGeom>
              <a:avLst/>
              <a:gdLst/>
              <a:ahLst/>
              <a:cxnLst/>
              <a:rect r="r" b="b" t="t" l="l"/>
              <a:pathLst>
                <a:path h="119264" w="895910">
                  <a:moveTo>
                    <a:pt x="0" y="0"/>
                  </a:moveTo>
                  <a:lnTo>
                    <a:pt x="895910" y="0"/>
                  </a:lnTo>
                  <a:lnTo>
                    <a:pt x="895910" y="119264"/>
                  </a:lnTo>
                  <a:lnTo>
                    <a:pt x="0" y="119264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895910" cy="1573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028700" y="3786580"/>
            <a:ext cx="13569198" cy="2447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58"/>
              </a:lnSpc>
              <a:spcBef>
                <a:spcPct val="0"/>
              </a:spcBef>
            </a:pPr>
            <a:r>
              <a:rPr lang="en-US" sz="14327" spc="-110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Company Profile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198061" y="990600"/>
            <a:ext cx="984056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Home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736652" y="990600"/>
            <a:ext cx="984056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About Us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275244" y="990600"/>
            <a:ext cx="984056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Services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3360601"/>
            <a:ext cx="1794695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Borcelle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05960" y="8859482"/>
            <a:ext cx="2847138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www.reallygreatsite.com</a:t>
            </a:r>
          </a:p>
        </p:txBody>
      </p:sp>
      <p:grpSp>
        <p:nvGrpSpPr>
          <p:cNvPr name="Group 16" id="16"/>
          <p:cNvGrpSpPr/>
          <p:nvPr/>
        </p:nvGrpSpPr>
        <p:grpSpPr>
          <a:xfrm rot="-2700000">
            <a:off x="12589265" y="3323377"/>
            <a:ext cx="504343" cy="504343"/>
            <a:chOff x="0" y="0"/>
            <a:chExt cx="132831" cy="13283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2831" cy="132831"/>
            </a:xfrm>
            <a:custGeom>
              <a:avLst/>
              <a:gdLst/>
              <a:ahLst/>
              <a:cxnLst/>
              <a:rect r="r" b="b" t="t" l="l"/>
              <a:pathLst>
                <a:path h="132831" w="132831">
                  <a:moveTo>
                    <a:pt x="0" y="0"/>
                  </a:moveTo>
                  <a:lnTo>
                    <a:pt x="132831" y="0"/>
                  </a:lnTo>
                  <a:lnTo>
                    <a:pt x="132831" y="132831"/>
                  </a:lnTo>
                  <a:lnTo>
                    <a:pt x="0" y="132831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32831" cy="1709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-2700000">
            <a:off x="6866660" y="7088679"/>
            <a:ext cx="317690" cy="317690"/>
            <a:chOff x="0" y="0"/>
            <a:chExt cx="83671" cy="8367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3671" cy="83671"/>
            </a:xfrm>
            <a:custGeom>
              <a:avLst/>
              <a:gdLst/>
              <a:ahLst/>
              <a:cxnLst/>
              <a:rect r="r" b="b" t="t" l="l"/>
              <a:pathLst>
                <a:path h="83671" w="83671">
                  <a:moveTo>
                    <a:pt x="0" y="0"/>
                  </a:moveTo>
                  <a:lnTo>
                    <a:pt x="83671" y="0"/>
                  </a:lnTo>
                  <a:lnTo>
                    <a:pt x="83671" y="83671"/>
                  </a:lnTo>
                  <a:lnTo>
                    <a:pt x="0" y="83671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83671" cy="1217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518219" y="1432395"/>
            <a:ext cx="343740" cy="47625"/>
            <a:chOff x="0" y="0"/>
            <a:chExt cx="90532" cy="125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0532" cy="12543"/>
            </a:xfrm>
            <a:custGeom>
              <a:avLst/>
              <a:gdLst/>
              <a:ahLst/>
              <a:cxnLst/>
              <a:rect r="r" b="b" t="t" l="l"/>
              <a:pathLst>
                <a:path h="12543" w="90532">
                  <a:moveTo>
                    <a:pt x="0" y="0"/>
                  </a:moveTo>
                  <a:lnTo>
                    <a:pt x="90532" y="0"/>
                  </a:lnTo>
                  <a:lnTo>
                    <a:pt x="90532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0532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0800000">
            <a:off x="13378082" y="7565591"/>
            <a:ext cx="4909918" cy="2721409"/>
          </a:xfrm>
          <a:custGeom>
            <a:avLst/>
            <a:gdLst/>
            <a:ahLst/>
            <a:cxnLst/>
            <a:rect r="r" b="b" t="t" l="l"/>
            <a:pathLst>
              <a:path h="2721409" w="4909918">
                <a:moveTo>
                  <a:pt x="0" y="0"/>
                </a:moveTo>
                <a:lnTo>
                  <a:pt x="4909918" y="0"/>
                </a:lnTo>
                <a:lnTo>
                  <a:pt x="4909918" y="2721409"/>
                </a:lnTo>
                <a:lnTo>
                  <a:pt x="0" y="27214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10800000">
            <a:off x="0" y="7565591"/>
            <a:ext cx="4909918" cy="2721409"/>
          </a:xfrm>
          <a:custGeom>
            <a:avLst/>
            <a:gdLst/>
            <a:ahLst/>
            <a:cxnLst/>
            <a:rect r="r" b="b" t="t" l="l"/>
            <a:pathLst>
              <a:path h="2721409" w="4909918">
                <a:moveTo>
                  <a:pt x="4909918" y="0"/>
                </a:moveTo>
                <a:lnTo>
                  <a:pt x="0" y="0"/>
                </a:lnTo>
                <a:lnTo>
                  <a:pt x="0" y="2721409"/>
                </a:lnTo>
                <a:lnTo>
                  <a:pt x="4909918" y="2721409"/>
                </a:lnTo>
                <a:lnTo>
                  <a:pt x="490991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8183235" y="8542435"/>
            <a:ext cx="1921529" cy="47625"/>
            <a:chOff x="0" y="0"/>
            <a:chExt cx="506082" cy="1254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6082" cy="12543"/>
            </a:xfrm>
            <a:custGeom>
              <a:avLst/>
              <a:gdLst/>
              <a:ahLst/>
              <a:cxnLst/>
              <a:rect r="r" b="b" t="t" l="l"/>
              <a:pathLst>
                <a:path h="12543" w="506082">
                  <a:moveTo>
                    <a:pt x="0" y="0"/>
                  </a:moveTo>
                  <a:lnTo>
                    <a:pt x="506082" y="0"/>
                  </a:lnTo>
                  <a:lnTo>
                    <a:pt x="506082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06082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-2700000">
            <a:off x="2485974" y="4657027"/>
            <a:ext cx="317690" cy="317690"/>
            <a:chOff x="0" y="0"/>
            <a:chExt cx="83671" cy="8367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3671" cy="83671"/>
            </a:xfrm>
            <a:custGeom>
              <a:avLst/>
              <a:gdLst/>
              <a:ahLst/>
              <a:cxnLst/>
              <a:rect r="r" b="b" t="t" l="l"/>
              <a:pathLst>
                <a:path h="83671" w="83671">
                  <a:moveTo>
                    <a:pt x="0" y="0"/>
                  </a:moveTo>
                  <a:lnTo>
                    <a:pt x="83671" y="0"/>
                  </a:lnTo>
                  <a:lnTo>
                    <a:pt x="83671" y="83671"/>
                  </a:lnTo>
                  <a:lnTo>
                    <a:pt x="0" y="83671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83671" cy="1217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3519540" y="2294516"/>
            <a:ext cx="11248919" cy="1642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439"/>
              </a:lnSpc>
              <a:spcBef>
                <a:spcPct val="0"/>
              </a:spcBef>
            </a:pPr>
            <a:r>
              <a:rPr lang="en-US" sz="9600" spc="-73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Introduction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198061" y="990600"/>
            <a:ext cx="984056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Home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736652" y="990600"/>
            <a:ext cx="984056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About Us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275244" y="990600"/>
            <a:ext cx="984056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Services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981075"/>
            <a:ext cx="1794695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Borcelle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588938" y="4543606"/>
            <a:ext cx="7110123" cy="2830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</a:p>
          <a:p>
            <a:pPr/>
            <a:r>
              <a:t>Supervised Learning: Labeled data for prediction.</a:t>
            </a:r>
          </a:p>
          <a:p>
            <a:pPr/>
            <a:r>
              <a:t>Unsupervised Learning: Discovering patterns in unlabeled data.</a:t>
            </a:r>
          </a:p>
          <a:p>
            <a:pPr/>
            <a:r>
              <a:t>Reinforcement Learning: Learning through trial and error.</a:t>
            </a:r>
          </a:p>
          <a:p>
            <a:pPr/>
            <a:r>
              <a:t>Semi-Supervised Learning: A mix of labeled and unlabeled data.</a:t>
            </a:r>
          </a:p>
        </p:txBody>
      </p:sp>
      <p:grpSp>
        <p:nvGrpSpPr>
          <p:cNvPr name="Group 19" id="19"/>
          <p:cNvGrpSpPr/>
          <p:nvPr/>
        </p:nvGrpSpPr>
        <p:grpSpPr>
          <a:xfrm rot="-2700000">
            <a:off x="15484336" y="4657027"/>
            <a:ext cx="317690" cy="317690"/>
            <a:chOff x="0" y="0"/>
            <a:chExt cx="83671" cy="8367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3671" cy="83671"/>
            </a:xfrm>
            <a:custGeom>
              <a:avLst/>
              <a:gdLst/>
              <a:ahLst/>
              <a:cxnLst/>
              <a:rect r="r" b="b" t="t" l="l"/>
              <a:pathLst>
                <a:path h="83671" w="83671">
                  <a:moveTo>
                    <a:pt x="0" y="0"/>
                  </a:moveTo>
                  <a:lnTo>
                    <a:pt x="83671" y="0"/>
                  </a:lnTo>
                  <a:lnTo>
                    <a:pt x="83671" y="83671"/>
                  </a:lnTo>
                  <a:lnTo>
                    <a:pt x="0" y="83671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83671" cy="1217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518219" y="1432395"/>
            <a:ext cx="343740" cy="47625"/>
            <a:chOff x="0" y="0"/>
            <a:chExt cx="90532" cy="125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0532" cy="12543"/>
            </a:xfrm>
            <a:custGeom>
              <a:avLst/>
              <a:gdLst/>
              <a:ahLst/>
              <a:cxnLst/>
              <a:rect r="r" b="b" t="t" l="l"/>
              <a:pathLst>
                <a:path h="12543" w="90532">
                  <a:moveTo>
                    <a:pt x="0" y="0"/>
                  </a:moveTo>
                  <a:lnTo>
                    <a:pt x="90532" y="0"/>
                  </a:lnTo>
                  <a:lnTo>
                    <a:pt x="90532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0532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9210675"/>
            <a:ext cx="1921529" cy="47625"/>
            <a:chOff x="0" y="0"/>
            <a:chExt cx="506082" cy="1254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6082" cy="12543"/>
            </a:xfrm>
            <a:custGeom>
              <a:avLst/>
              <a:gdLst/>
              <a:ahLst/>
              <a:cxnLst/>
              <a:rect r="r" b="b" t="t" l="l"/>
              <a:pathLst>
                <a:path h="12543" w="506082">
                  <a:moveTo>
                    <a:pt x="0" y="0"/>
                  </a:moveTo>
                  <a:lnTo>
                    <a:pt x="506082" y="0"/>
                  </a:lnTo>
                  <a:lnTo>
                    <a:pt x="506082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6082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312569" y="2884024"/>
            <a:ext cx="5946731" cy="7402976"/>
            <a:chOff x="0" y="0"/>
            <a:chExt cx="921304" cy="11469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21304" cy="1146915"/>
            </a:xfrm>
            <a:custGeom>
              <a:avLst/>
              <a:gdLst/>
              <a:ahLst/>
              <a:cxnLst/>
              <a:rect r="r" b="b" t="t" l="l"/>
              <a:pathLst>
                <a:path h="1146915" w="921304">
                  <a:moveTo>
                    <a:pt x="0" y="0"/>
                  </a:moveTo>
                  <a:lnTo>
                    <a:pt x="921304" y="0"/>
                  </a:lnTo>
                  <a:lnTo>
                    <a:pt x="921304" y="1146915"/>
                  </a:lnTo>
                  <a:lnTo>
                    <a:pt x="0" y="1146915"/>
                  </a:lnTo>
                  <a:close/>
                </a:path>
              </a:pathLst>
            </a:custGeom>
            <a:blipFill>
              <a:blip r:embed="rId2"/>
              <a:stretch>
                <a:fillRect l="0" t="-10284" r="0" b="-10284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3402503" y="3979063"/>
            <a:ext cx="4885497" cy="6307937"/>
          </a:xfrm>
          <a:custGeom>
            <a:avLst/>
            <a:gdLst/>
            <a:ahLst/>
            <a:cxnLst/>
            <a:rect r="r" b="b" t="t" l="l"/>
            <a:pathLst>
              <a:path h="6307937" w="4885497">
                <a:moveTo>
                  <a:pt x="0" y="0"/>
                </a:moveTo>
                <a:lnTo>
                  <a:pt x="4885497" y="0"/>
                </a:lnTo>
                <a:lnTo>
                  <a:pt x="4885497" y="6307937"/>
                </a:lnTo>
                <a:lnTo>
                  <a:pt x="0" y="63079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  <a:p>
            <a:pPr/>
            <a:r>
              <a:t>Regression: Predicting continuous values (e.g., price).</a:t>
            </a:r>
          </a:p>
          <a:p>
            <a:pPr/>
            <a:r>
              <a:t>Classification: Predicting categorical values (e.g., spam).</a:t>
            </a:r>
          </a:p>
          <a:p>
            <a:pPr/>
            <a:r>
              <a:t>Examples: Linear Regression, Logistic Regression, Support Vector Machines.</a:t>
            </a:r>
          </a:p>
          <a:p>
            <a:pPr/>
            <a:r>
              <a:t>Requires training and testing datasets.</a:t>
            </a:r>
          </a:p>
        </p:txBody>
      </p:sp>
      <p:grpSp>
        <p:nvGrpSpPr>
          <p:cNvPr name="Group 11" id="11"/>
          <p:cNvGrpSpPr/>
          <p:nvPr/>
        </p:nvGrpSpPr>
        <p:grpSpPr>
          <a:xfrm rot="-2700000">
            <a:off x="8760515" y="6426667"/>
            <a:ext cx="317690" cy="317690"/>
            <a:chOff x="0" y="0"/>
            <a:chExt cx="83671" cy="8367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3671" cy="83671"/>
            </a:xfrm>
            <a:custGeom>
              <a:avLst/>
              <a:gdLst/>
              <a:ahLst/>
              <a:cxnLst/>
              <a:rect r="r" b="b" t="t" l="l"/>
              <a:pathLst>
                <a:path h="83671" w="83671">
                  <a:moveTo>
                    <a:pt x="0" y="0"/>
                  </a:moveTo>
                  <a:lnTo>
                    <a:pt x="83671" y="0"/>
                  </a:lnTo>
                  <a:lnTo>
                    <a:pt x="83671" y="83671"/>
                  </a:lnTo>
                  <a:lnTo>
                    <a:pt x="0" y="83671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83671" cy="1217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28700" y="2461576"/>
            <a:ext cx="8965765" cy="1642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439"/>
              </a:lnSpc>
              <a:spcBef>
                <a:spcPct val="0"/>
              </a:spcBef>
            </a:pPr>
            <a:r>
              <a:rPr lang="en-US" sz="9600" spc="-73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About Company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198061" y="990600"/>
            <a:ext cx="984056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Home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736652" y="990600"/>
            <a:ext cx="984056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About Us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275244" y="990600"/>
            <a:ext cx="984056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Services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981075"/>
            <a:ext cx="1794695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Borcelle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4766164"/>
            <a:ext cx="6089201" cy="3459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Lorem ipsum odor amet, consectetuer adipiscing elit. Primis a risus purus nam enim interdum. Ullamcorper aenean metus scelerisque class neque. Posuere lacinia ipsum hendrerit hac nascetur nec adipiscing ligula finibus. Pretium pharetra non mi facilisi; senectus eros. Odio diam rutrum ultricies netus morbi neque curae nam. Quam adipiscing pellentesque magnis lobortis auctor. 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Molestie venenatis ut fusce dapibus inceptos maecenas. Luctus magnis tortor scelerisque consectetur tortor class magna elementum? Taciti dolor magna fringilla fames et.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518219" y="1432395"/>
            <a:ext cx="343740" cy="47625"/>
            <a:chOff x="0" y="0"/>
            <a:chExt cx="90532" cy="125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0532" cy="12543"/>
            </a:xfrm>
            <a:custGeom>
              <a:avLst/>
              <a:gdLst/>
              <a:ahLst/>
              <a:cxnLst/>
              <a:rect r="r" b="b" t="t" l="l"/>
              <a:pathLst>
                <a:path h="12543" w="90532">
                  <a:moveTo>
                    <a:pt x="0" y="0"/>
                  </a:moveTo>
                  <a:lnTo>
                    <a:pt x="90532" y="0"/>
                  </a:lnTo>
                  <a:lnTo>
                    <a:pt x="90532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0532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170099" y="9210675"/>
            <a:ext cx="1921529" cy="47625"/>
            <a:chOff x="0" y="0"/>
            <a:chExt cx="506082" cy="1254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6082" cy="12543"/>
            </a:xfrm>
            <a:custGeom>
              <a:avLst/>
              <a:gdLst/>
              <a:ahLst/>
              <a:cxnLst/>
              <a:rect r="r" b="b" t="t" l="l"/>
              <a:pathLst>
                <a:path h="12543" w="506082">
                  <a:moveTo>
                    <a:pt x="0" y="0"/>
                  </a:moveTo>
                  <a:lnTo>
                    <a:pt x="506082" y="0"/>
                  </a:lnTo>
                  <a:lnTo>
                    <a:pt x="506082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6082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700000">
            <a:off x="10380822" y="4862074"/>
            <a:ext cx="233141" cy="233141"/>
            <a:chOff x="0" y="0"/>
            <a:chExt cx="61403" cy="6140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1403" cy="61403"/>
            </a:xfrm>
            <a:custGeom>
              <a:avLst/>
              <a:gdLst/>
              <a:ahLst/>
              <a:cxnLst/>
              <a:rect r="r" b="b" t="t" l="l"/>
              <a:pathLst>
                <a:path h="61403" w="61403">
                  <a:moveTo>
                    <a:pt x="0" y="0"/>
                  </a:moveTo>
                  <a:lnTo>
                    <a:pt x="61403" y="0"/>
                  </a:lnTo>
                  <a:lnTo>
                    <a:pt x="61403" y="61403"/>
                  </a:lnTo>
                  <a:lnTo>
                    <a:pt x="0" y="61403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61403" cy="995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2700000">
            <a:off x="10380822" y="6884723"/>
            <a:ext cx="233141" cy="233141"/>
            <a:chOff x="0" y="0"/>
            <a:chExt cx="61403" cy="6140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1403" cy="61403"/>
            </a:xfrm>
            <a:custGeom>
              <a:avLst/>
              <a:gdLst/>
              <a:ahLst/>
              <a:cxnLst/>
              <a:rect r="r" b="b" t="t" l="l"/>
              <a:pathLst>
                <a:path h="61403" w="61403">
                  <a:moveTo>
                    <a:pt x="0" y="0"/>
                  </a:moveTo>
                  <a:lnTo>
                    <a:pt x="61403" y="0"/>
                  </a:lnTo>
                  <a:lnTo>
                    <a:pt x="61403" y="61403"/>
                  </a:lnTo>
                  <a:lnTo>
                    <a:pt x="0" y="61403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61403" cy="995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197269" y="0"/>
            <a:ext cx="5735093" cy="10287000"/>
            <a:chOff x="0" y="0"/>
            <a:chExt cx="888516" cy="159372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88516" cy="1593725"/>
            </a:xfrm>
            <a:custGeom>
              <a:avLst/>
              <a:gdLst/>
              <a:ahLst/>
              <a:cxnLst/>
              <a:rect r="r" b="b" t="t" l="l"/>
              <a:pathLst>
                <a:path h="1593725" w="888516">
                  <a:moveTo>
                    <a:pt x="0" y="0"/>
                  </a:moveTo>
                  <a:lnTo>
                    <a:pt x="888516" y="0"/>
                  </a:lnTo>
                  <a:lnTo>
                    <a:pt x="888516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9864" t="0" r="-9864" b="0"/>
              </a:stretch>
            </a:blipFill>
          </p:spPr>
        </p:sp>
      </p:grpSp>
      <p:sp>
        <p:nvSpPr>
          <p:cNvPr name="Freeform 16" id="16"/>
          <p:cNvSpPr/>
          <p:nvPr/>
        </p:nvSpPr>
        <p:spPr>
          <a:xfrm flipH="true" flipV="false" rot="0">
            <a:off x="0" y="2860226"/>
            <a:ext cx="5752036" cy="7426774"/>
          </a:xfrm>
          <a:custGeom>
            <a:avLst/>
            <a:gdLst/>
            <a:ahLst/>
            <a:cxnLst/>
            <a:rect r="r" b="b" t="t" l="l"/>
            <a:pathLst>
              <a:path h="7426774" w="5752036">
                <a:moveTo>
                  <a:pt x="5752036" y="0"/>
                </a:moveTo>
                <a:lnTo>
                  <a:pt x="0" y="0"/>
                </a:lnTo>
                <a:lnTo>
                  <a:pt x="0" y="7426774"/>
                </a:lnTo>
                <a:lnTo>
                  <a:pt x="5752036" y="7426774"/>
                </a:lnTo>
                <a:lnTo>
                  <a:pt x="575203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  <a:p>
            <a:pPr/>
            <a:r>
              <a:t>Clustering: Grouping similar data points together.</a:t>
            </a:r>
          </a:p>
          <a:p>
            <a:pPr/>
            <a:r>
              <a:t>Dimensionality Reduction: Reducing the number of variables.</a:t>
            </a:r>
          </a:p>
          <a:p>
            <a:pPr/>
            <a:r>
              <a:t>Association Rule Mining: Discovering relationships between variables.</a:t>
            </a:r>
          </a:p>
          <a:p>
            <a:pPr/>
            <a:r>
              <a:t>Examples: K-Means Clustering, Principal Component Analysis (PCA).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332537" y="2461576"/>
            <a:ext cx="4538238" cy="1642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439"/>
              </a:lnSpc>
              <a:spcBef>
                <a:spcPct val="0"/>
              </a:spcBef>
            </a:pPr>
            <a:r>
              <a:rPr lang="en-US" sz="9600" spc="-73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Vision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198061" y="990600"/>
            <a:ext cx="984056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Home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736652" y="990600"/>
            <a:ext cx="984056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About Us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275244" y="990600"/>
            <a:ext cx="984056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Services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8700" y="981075"/>
            <a:ext cx="1794695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Borcelle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170099" y="4766164"/>
            <a:ext cx="6089201" cy="1573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Lorem ipsum odor amet, consectetuer adipiscing elit. Primis a risus purus nam enim interdum. Ullamcorper aenean metus scelerisque class neque. Posuere lacinia ipsum hendrerit hac nascetur nec adipiscing ligula finibus. Pretium pharetra non mi facilisi; senectus eros.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170099" y="6788813"/>
            <a:ext cx="6089201" cy="1573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Lorem ipsum odor amet, consectetuer adipiscing elit. Primis a risus purus nam enim interdum. Ullamcorper aenean metus scelerisque class neque. Posuere lacinia ipsum hendrerit hac nascetur nec adipiscing ligula finibus. Pretium pharetra non mi facilisi; senectus eros.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518219" y="1432395"/>
            <a:ext cx="343740" cy="47625"/>
            <a:chOff x="0" y="0"/>
            <a:chExt cx="90532" cy="125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0532" cy="12543"/>
            </a:xfrm>
            <a:custGeom>
              <a:avLst/>
              <a:gdLst/>
              <a:ahLst/>
              <a:cxnLst/>
              <a:rect r="r" b="b" t="t" l="l"/>
              <a:pathLst>
                <a:path h="12543" w="90532">
                  <a:moveTo>
                    <a:pt x="0" y="0"/>
                  </a:moveTo>
                  <a:lnTo>
                    <a:pt x="90532" y="0"/>
                  </a:lnTo>
                  <a:lnTo>
                    <a:pt x="90532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0532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4265594"/>
            <a:ext cx="1921529" cy="47625"/>
            <a:chOff x="0" y="0"/>
            <a:chExt cx="506082" cy="1254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6082" cy="12543"/>
            </a:xfrm>
            <a:custGeom>
              <a:avLst/>
              <a:gdLst/>
              <a:ahLst/>
              <a:cxnLst/>
              <a:rect r="r" b="b" t="t" l="l"/>
              <a:pathLst>
                <a:path h="12543" w="506082">
                  <a:moveTo>
                    <a:pt x="0" y="0"/>
                  </a:moveTo>
                  <a:lnTo>
                    <a:pt x="506082" y="0"/>
                  </a:lnTo>
                  <a:lnTo>
                    <a:pt x="506082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6082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8700" y="2399367"/>
            <a:ext cx="4538238" cy="1642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439"/>
              </a:lnSpc>
              <a:spcBef>
                <a:spcPct val="0"/>
              </a:spcBef>
            </a:pPr>
            <a:r>
              <a:rPr lang="en-US" sz="9600" spc="-73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Mission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198061" y="990600"/>
            <a:ext cx="984056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Home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736652" y="990600"/>
            <a:ext cx="984056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About Us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275244" y="990600"/>
            <a:ext cx="984056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Services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981075"/>
            <a:ext cx="1794695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Borcelle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893572" y="5482590"/>
            <a:ext cx="3012018" cy="1887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Lorem ipsum odor amet, consectetuer adipiscing elit. Primis a risus purus nam enim interdum. Ullamcorper aenean metus scelerisque class neque.</a:t>
            </a:r>
          </a:p>
        </p:txBody>
      </p:sp>
      <p:grpSp>
        <p:nvGrpSpPr>
          <p:cNvPr name="Group 14" id="14"/>
          <p:cNvGrpSpPr/>
          <p:nvPr/>
        </p:nvGrpSpPr>
        <p:grpSpPr>
          <a:xfrm rot="-2700000">
            <a:off x="5383820" y="5578500"/>
            <a:ext cx="233141" cy="233141"/>
            <a:chOff x="0" y="0"/>
            <a:chExt cx="61403" cy="6140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1403" cy="61403"/>
            </a:xfrm>
            <a:custGeom>
              <a:avLst/>
              <a:gdLst/>
              <a:ahLst/>
              <a:cxnLst/>
              <a:rect r="r" b="b" t="t" l="l"/>
              <a:pathLst>
                <a:path h="61403" w="61403">
                  <a:moveTo>
                    <a:pt x="0" y="0"/>
                  </a:moveTo>
                  <a:lnTo>
                    <a:pt x="61403" y="0"/>
                  </a:lnTo>
                  <a:lnTo>
                    <a:pt x="61403" y="61403"/>
                  </a:lnTo>
                  <a:lnTo>
                    <a:pt x="0" y="61403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61403" cy="995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070427" y="6402705"/>
            <a:ext cx="3012018" cy="1887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Lorem ipsum odor amet, consectetuer adipiscing elit. Primis a risus purus nam enim interdum. Ullamcorper aenean metus scelerisque class neque.</a:t>
            </a:r>
          </a:p>
        </p:txBody>
      </p:sp>
      <p:grpSp>
        <p:nvGrpSpPr>
          <p:cNvPr name="Group 18" id="18"/>
          <p:cNvGrpSpPr/>
          <p:nvPr/>
        </p:nvGrpSpPr>
        <p:grpSpPr>
          <a:xfrm rot="-2700000">
            <a:off x="9560675" y="6498615"/>
            <a:ext cx="233141" cy="233141"/>
            <a:chOff x="0" y="0"/>
            <a:chExt cx="61403" cy="6140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1403" cy="61403"/>
            </a:xfrm>
            <a:custGeom>
              <a:avLst/>
              <a:gdLst/>
              <a:ahLst/>
              <a:cxnLst/>
              <a:rect r="r" b="b" t="t" l="l"/>
              <a:pathLst>
                <a:path h="61403" w="61403">
                  <a:moveTo>
                    <a:pt x="0" y="0"/>
                  </a:moveTo>
                  <a:lnTo>
                    <a:pt x="61403" y="0"/>
                  </a:lnTo>
                  <a:lnTo>
                    <a:pt x="61403" y="61403"/>
                  </a:lnTo>
                  <a:lnTo>
                    <a:pt x="0" y="61403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61403" cy="995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4247282" y="7322820"/>
            <a:ext cx="3012018" cy="1887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Lorem ipsum odor amet, consectetuer adipiscing elit. Primis a risus purus nam enim interdum. Ullamcorper aenean metus scelerisque class neque.</a:t>
            </a:r>
          </a:p>
        </p:txBody>
      </p:sp>
      <p:grpSp>
        <p:nvGrpSpPr>
          <p:cNvPr name="Group 22" id="22"/>
          <p:cNvGrpSpPr/>
          <p:nvPr/>
        </p:nvGrpSpPr>
        <p:grpSpPr>
          <a:xfrm rot="-2700000">
            <a:off x="13737530" y="7418730"/>
            <a:ext cx="233141" cy="233141"/>
            <a:chOff x="0" y="0"/>
            <a:chExt cx="61403" cy="6140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1403" cy="61403"/>
            </a:xfrm>
            <a:custGeom>
              <a:avLst/>
              <a:gdLst/>
              <a:ahLst/>
              <a:cxnLst/>
              <a:rect r="r" b="b" t="t" l="l"/>
              <a:pathLst>
                <a:path h="61403" w="61403">
                  <a:moveTo>
                    <a:pt x="0" y="0"/>
                  </a:moveTo>
                  <a:lnTo>
                    <a:pt x="61403" y="0"/>
                  </a:lnTo>
                  <a:lnTo>
                    <a:pt x="61403" y="61403"/>
                  </a:lnTo>
                  <a:lnTo>
                    <a:pt x="0" y="61403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61403" cy="995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true" flipV="false" rot="-10800000">
            <a:off x="0" y="6550118"/>
            <a:ext cx="6742017" cy="3736882"/>
          </a:xfrm>
          <a:custGeom>
            <a:avLst/>
            <a:gdLst/>
            <a:ahLst/>
            <a:cxnLst/>
            <a:rect r="r" b="b" t="t" l="l"/>
            <a:pathLst>
              <a:path h="3736882" w="6742017">
                <a:moveTo>
                  <a:pt x="6742017" y="0"/>
                </a:moveTo>
                <a:lnTo>
                  <a:pt x="0" y="0"/>
                </a:lnTo>
                <a:lnTo>
                  <a:pt x="0" y="3736882"/>
                </a:lnTo>
                <a:lnTo>
                  <a:pt x="6742017" y="3736882"/>
                </a:lnTo>
                <a:lnTo>
                  <a:pt x="674201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  <a:p>
            <a:pPr/>
            <a:r>
              <a:t>Image Recognition: Identifying objects in images.</a:t>
            </a:r>
          </a:p>
          <a:p>
            <a:pPr/>
            <a:r>
              <a:t>Natural Language Processing: Understanding and generating text.</a:t>
            </a:r>
          </a:p>
          <a:p>
            <a:pPr/>
            <a:r>
              <a:t>Recommendation Systems: Suggesting products or content.</a:t>
            </a:r>
          </a:p>
          <a:p>
            <a:pPr/>
            <a:r>
              <a:t>Fraud Detection: Identifying fraudulent transactions.</a:t>
            </a:r>
          </a:p>
          <a:p>
            <a:pPr/>
            <a:r>
              <a:t>Medical Diagnosis: Assisting in disease diagnosis.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518219" y="1432395"/>
            <a:ext cx="343740" cy="47625"/>
            <a:chOff x="0" y="0"/>
            <a:chExt cx="90532" cy="125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0532" cy="12543"/>
            </a:xfrm>
            <a:custGeom>
              <a:avLst/>
              <a:gdLst/>
              <a:ahLst/>
              <a:cxnLst/>
              <a:rect r="r" b="b" t="t" l="l"/>
              <a:pathLst>
                <a:path h="12543" w="90532">
                  <a:moveTo>
                    <a:pt x="0" y="0"/>
                  </a:moveTo>
                  <a:lnTo>
                    <a:pt x="90532" y="0"/>
                  </a:lnTo>
                  <a:lnTo>
                    <a:pt x="90532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0532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546014" y="9210675"/>
            <a:ext cx="1921529" cy="47625"/>
            <a:chOff x="0" y="0"/>
            <a:chExt cx="506082" cy="1254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6082" cy="12543"/>
            </a:xfrm>
            <a:custGeom>
              <a:avLst/>
              <a:gdLst/>
              <a:ahLst/>
              <a:cxnLst/>
              <a:rect r="r" b="b" t="t" l="l"/>
              <a:pathLst>
                <a:path h="12543" w="506082">
                  <a:moveTo>
                    <a:pt x="0" y="0"/>
                  </a:moveTo>
                  <a:lnTo>
                    <a:pt x="506082" y="0"/>
                  </a:lnTo>
                  <a:lnTo>
                    <a:pt x="506082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6082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700000">
            <a:off x="9594299" y="2674899"/>
            <a:ext cx="233141" cy="233141"/>
            <a:chOff x="0" y="0"/>
            <a:chExt cx="61403" cy="6140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1403" cy="61403"/>
            </a:xfrm>
            <a:custGeom>
              <a:avLst/>
              <a:gdLst/>
              <a:ahLst/>
              <a:cxnLst/>
              <a:rect r="r" b="b" t="t" l="l"/>
              <a:pathLst>
                <a:path h="61403" w="61403">
                  <a:moveTo>
                    <a:pt x="0" y="0"/>
                  </a:moveTo>
                  <a:lnTo>
                    <a:pt x="61403" y="0"/>
                  </a:lnTo>
                  <a:lnTo>
                    <a:pt x="61403" y="61403"/>
                  </a:lnTo>
                  <a:lnTo>
                    <a:pt x="0" y="61403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61403" cy="995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2700000">
            <a:off x="13737530" y="2674899"/>
            <a:ext cx="233141" cy="233141"/>
            <a:chOff x="0" y="0"/>
            <a:chExt cx="61403" cy="6140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1403" cy="61403"/>
            </a:xfrm>
            <a:custGeom>
              <a:avLst/>
              <a:gdLst/>
              <a:ahLst/>
              <a:cxnLst/>
              <a:rect r="r" b="b" t="t" l="l"/>
              <a:pathLst>
                <a:path h="61403" w="61403">
                  <a:moveTo>
                    <a:pt x="0" y="0"/>
                  </a:moveTo>
                  <a:lnTo>
                    <a:pt x="61403" y="0"/>
                  </a:lnTo>
                  <a:lnTo>
                    <a:pt x="61403" y="61403"/>
                  </a:lnTo>
                  <a:lnTo>
                    <a:pt x="0" y="61403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61403" cy="995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2700000">
            <a:off x="9594299" y="5413566"/>
            <a:ext cx="233141" cy="233141"/>
            <a:chOff x="0" y="0"/>
            <a:chExt cx="61403" cy="6140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1403" cy="61403"/>
            </a:xfrm>
            <a:custGeom>
              <a:avLst/>
              <a:gdLst/>
              <a:ahLst/>
              <a:cxnLst/>
              <a:rect r="r" b="b" t="t" l="l"/>
              <a:pathLst>
                <a:path h="61403" w="61403">
                  <a:moveTo>
                    <a:pt x="0" y="0"/>
                  </a:moveTo>
                  <a:lnTo>
                    <a:pt x="61403" y="0"/>
                  </a:lnTo>
                  <a:lnTo>
                    <a:pt x="61403" y="61403"/>
                  </a:lnTo>
                  <a:lnTo>
                    <a:pt x="0" y="61403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61403" cy="995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-2700000">
            <a:off x="13737530" y="5413566"/>
            <a:ext cx="233141" cy="233141"/>
            <a:chOff x="0" y="0"/>
            <a:chExt cx="61403" cy="6140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1403" cy="61403"/>
            </a:xfrm>
            <a:custGeom>
              <a:avLst/>
              <a:gdLst/>
              <a:ahLst/>
              <a:cxnLst/>
              <a:rect r="r" b="b" t="t" l="l"/>
              <a:pathLst>
                <a:path h="61403" w="61403">
                  <a:moveTo>
                    <a:pt x="0" y="0"/>
                  </a:moveTo>
                  <a:lnTo>
                    <a:pt x="61403" y="0"/>
                  </a:lnTo>
                  <a:lnTo>
                    <a:pt x="61403" y="61403"/>
                  </a:lnTo>
                  <a:lnTo>
                    <a:pt x="0" y="61403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61403" cy="995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28700" y="4466844"/>
            <a:ext cx="6696506" cy="5820156"/>
            <a:chOff x="0" y="0"/>
            <a:chExt cx="1037464" cy="90169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37464" cy="901694"/>
            </a:xfrm>
            <a:custGeom>
              <a:avLst/>
              <a:gdLst/>
              <a:ahLst/>
              <a:cxnLst/>
              <a:rect r="r" b="b" t="t" l="l"/>
              <a:pathLst>
                <a:path h="901694" w="1037464">
                  <a:moveTo>
                    <a:pt x="0" y="0"/>
                  </a:moveTo>
                  <a:lnTo>
                    <a:pt x="1037464" y="0"/>
                  </a:lnTo>
                  <a:lnTo>
                    <a:pt x="1037464" y="901694"/>
                  </a:lnTo>
                  <a:lnTo>
                    <a:pt x="0" y="901694"/>
                  </a:lnTo>
                  <a:close/>
                </a:path>
              </a:pathLst>
            </a:custGeom>
            <a:blipFill>
              <a:blip r:embed="rId2"/>
              <a:stretch>
                <a:fillRect l="-27256" t="0" r="-27256" b="0"/>
              </a:stretch>
            </a:blipFill>
          </p:spPr>
        </p:sp>
      </p:grpSp>
      <p:sp>
        <p:nvSpPr>
          <p:cNvPr name="Freeform 22" id="22"/>
          <p:cNvSpPr/>
          <p:nvPr/>
        </p:nvSpPr>
        <p:spPr>
          <a:xfrm flipH="false" flipV="false" rot="-10800000">
            <a:off x="13378082" y="7565591"/>
            <a:ext cx="4909918" cy="2721409"/>
          </a:xfrm>
          <a:custGeom>
            <a:avLst/>
            <a:gdLst/>
            <a:ahLst/>
            <a:cxnLst/>
            <a:rect r="r" b="b" t="t" l="l"/>
            <a:pathLst>
              <a:path h="2721409" w="4909918">
                <a:moveTo>
                  <a:pt x="0" y="0"/>
                </a:moveTo>
                <a:lnTo>
                  <a:pt x="4909918" y="0"/>
                </a:lnTo>
                <a:lnTo>
                  <a:pt x="4909918" y="2721409"/>
                </a:lnTo>
                <a:lnTo>
                  <a:pt x="0" y="27214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028700" y="2754828"/>
            <a:ext cx="7383839" cy="1154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52"/>
              </a:lnSpc>
            </a:pPr>
            <a:r>
              <a:rPr lang="en-US" sz="9600" spc="-73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What We Do?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198061" y="990600"/>
            <a:ext cx="984056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Home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736652" y="990600"/>
            <a:ext cx="984056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About Us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6275244" y="990600"/>
            <a:ext cx="984056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Services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28700" y="981075"/>
            <a:ext cx="1794695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Borcelle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104051" y="2578989"/>
            <a:ext cx="3012018" cy="1887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Lorem ipsum odor amet, consectetuer adipiscing elit. Primis a risus purus nam enim interdum. Ullamcorper aenean metus scelerisque class neque.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247282" y="2578989"/>
            <a:ext cx="3012018" cy="1887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Lorem ipsum odor amet, consectetuer adipiscing elit. Primis a risus purus nam enim interdum. Ullamcorper aenean metus scelerisque class neque.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104051" y="5317656"/>
            <a:ext cx="3012018" cy="1887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Lorem ipsum odor amet, consectetuer adipiscing elit. Primis a risus purus nam enim interdum. Ullamcorper aenean metus scelerisque class neque.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247282" y="5317656"/>
            <a:ext cx="3012018" cy="1887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Lorem ipsum odor amet, consectetuer adipiscing elit. Primis a risus purus nam enim interdum. Ullamcorper aenean metus scelerisque class neque.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518219" y="1432395"/>
            <a:ext cx="343740" cy="47625"/>
            <a:chOff x="0" y="0"/>
            <a:chExt cx="90532" cy="125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0532" cy="12543"/>
            </a:xfrm>
            <a:custGeom>
              <a:avLst/>
              <a:gdLst/>
              <a:ahLst/>
              <a:cxnLst/>
              <a:rect r="r" b="b" t="t" l="l"/>
              <a:pathLst>
                <a:path h="12543" w="90532">
                  <a:moveTo>
                    <a:pt x="0" y="0"/>
                  </a:moveTo>
                  <a:lnTo>
                    <a:pt x="90532" y="0"/>
                  </a:lnTo>
                  <a:lnTo>
                    <a:pt x="90532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0532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4687126"/>
            <a:ext cx="1921529" cy="47625"/>
            <a:chOff x="0" y="0"/>
            <a:chExt cx="506082" cy="1254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6082" cy="12543"/>
            </a:xfrm>
            <a:custGeom>
              <a:avLst/>
              <a:gdLst/>
              <a:ahLst/>
              <a:cxnLst/>
              <a:rect r="r" b="b" t="t" l="l"/>
              <a:pathLst>
                <a:path h="12543" w="506082">
                  <a:moveTo>
                    <a:pt x="0" y="0"/>
                  </a:moveTo>
                  <a:lnTo>
                    <a:pt x="506082" y="0"/>
                  </a:lnTo>
                  <a:lnTo>
                    <a:pt x="506082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6082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8700" y="2820899"/>
            <a:ext cx="6601473" cy="1642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439"/>
              </a:lnSpc>
              <a:spcBef>
                <a:spcPct val="0"/>
              </a:spcBef>
            </a:pPr>
            <a:r>
              <a:rPr lang="en-US" sz="9600" spc="-73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Milestones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198061" y="990600"/>
            <a:ext cx="984056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Home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736652" y="990600"/>
            <a:ext cx="984056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About Us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275244" y="990600"/>
            <a:ext cx="984056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Services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981075"/>
            <a:ext cx="1794695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Borcelle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7370445"/>
            <a:ext cx="3012018" cy="1887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Lorem ipsum odor amet, consectetuer adipiscing elit. Primis a risus purus nam enim interdum. Ullamcorper aenean metus scelerisque class neque.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028700" y="6578524"/>
            <a:ext cx="1100282" cy="452830"/>
            <a:chOff x="0" y="0"/>
            <a:chExt cx="289786" cy="11926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89786" cy="119264"/>
            </a:xfrm>
            <a:custGeom>
              <a:avLst/>
              <a:gdLst/>
              <a:ahLst/>
              <a:cxnLst/>
              <a:rect r="r" b="b" t="t" l="l"/>
              <a:pathLst>
                <a:path h="119264" w="289786">
                  <a:moveTo>
                    <a:pt x="0" y="0"/>
                  </a:moveTo>
                  <a:lnTo>
                    <a:pt x="289786" y="0"/>
                  </a:lnTo>
                  <a:lnTo>
                    <a:pt x="289786" y="119264"/>
                  </a:lnTo>
                  <a:lnTo>
                    <a:pt x="0" y="119264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89786" cy="1573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166442" y="6632537"/>
            <a:ext cx="823023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2021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434894" y="7370445"/>
            <a:ext cx="3012018" cy="1887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Lorem ipsum odor amet, consectetuer adipiscing elit. Primis a risus purus nam enim interdum. Ullamcorper aenean metus scelerisque class neque.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5434894" y="6578524"/>
            <a:ext cx="1100282" cy="452830"/>
            <a:chOff x="0" y="0"/>
            <a:chExt cx="289786" cy="11926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89786" cy="119264"/>
            </a:xfrm>
            <a:custGeom>
              <a:avLst/>
              <a:gdLst/>
              <a:ahLst/>
              <a:cxnLst/>
              <a:rect r="r" b="b" t="t" l="l"/>
              <a:pathLst>
                <a:path h="119264" w="289786">
                  <a:moveTo>
                    <a:pt x="0" y="0"/>
                  </a:moveTo>
                  <a:lnTo>
                    <a:pt x="289786" y="0"/>
                  </a:lnTo>
                  <a:lnTo>
                    <a:pt x="289786" y="119264"/>
                  </a:lnTo>
                  <a:lnTo>
                    <a:pt x="0" y="119264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289786" cy="1573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5572636" y="6632537"/>
            <a:ext cx="823023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2022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841088" y="7370445"/>
            <a:ext cx="3012018" cy="1887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Lorem ipsum odor amet, consectetuer adipiscing elit. Primis a risus purus nam enim interdum. Ullamcorper aenean metus scelerisque class neque.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841088" y="6578524"/>
            <a:ext cx="1100282" cy="452830"/>
            <a:chOff x="0" y="0"/>
            <a:chExt cx="289786" cy="11926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89786" cy="119264"/>
            </a:xfrm>
            <a:custGeom>
              <a:avLst/>
              <a:gdLst/>
              <a:ahLst/>
              <a:cxnLst/>
              <a:rect r="r" b="b" t="t" l="l"/>
              <a:pathLst>
                <a:path h="119264" w="289786">
                  <a:moveTo>
                    <a:pt x="0" y="0"/>
                  </a:moveTo>
                  <a:lnTo>
                    <a:pt x="289786" y="0"/>
                  </a:lnTo>
                  <a:lnTo>
                    <a:pt x="289786" y="119264"/>
                  </a:lnTo>
                  <a:lnTo>
                    <a:pt x="0" y="119264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289786" cy="1573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9978830" y="6632537"/>
            <a:ext cx="823023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2023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247282" y="7370445"/>
            <a:ext cx="3012018" cy="1887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Lorem ipsum odor amet, consectetuer adipiscing elit. Primis a risus purus nam enim interdum. Ullamcorper aenean metus scelerisque class neque.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4247282" y="6578524"/>
            <a:ext cx="1100282" cy="452830"/>
            <a:chOff x="0" y="0"/>
            <a:chExt cx="289786" cy="11926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89786" cy="119264"/>
            </a:xfrm>
            <a:custGeom>
              <a:avLst/>
              <a:gdLst/>
              <a:ahLst/>
              <a:cxnLst/>
              <a:rect r="r" b="b" t="t" l="l"/>
              <a:pathLst>
                <a:path h="119264" w="289786">
                  <a:moveTo>
                    <a:pt x="0" y="0"/>
                  </a:moveTo>
                  <a:lnTo>
                    <a:pt x="289786" y="0"/>
                  </a:lnTo>
                  <a:lnTo>
                    <a:pt x="289786" y="119264"/>
                  </a:lnTo>
                  <a:lnTo>
                    <a:pt x="0" y="119264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289786" cy="1573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4385024" y="6632537"/>
            <a:ext cx="823023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2024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518219" y="1432395"/>
            <a:ext cx="343740" cy="47625"/>
            <a:chOff x="0" y="0"/>
            <a:chExt cx="90532" cy="125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0532" cy="12543"/>
            </a:xfrm>
            <a:custGeom>
              <a:avLst/>
              <a:gdLst/>
              <a:ahLst/>
              <a:cxnLst/>
              <a:rect r="r" b="b" t="t" l="l"/>
              <a:pathLst>
                <a:path h="12543" w="90532">
                  <a:moveTo>
                    <a:pt x="0" y="0"/>
                  </a:moveTo>
                  <a:lnTo>
                    <a:pt x="90532" y="0"/>
                  </a:lnTo>
                  <a:lnTo>
                    <a:pt x="90532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0532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9210675"/>
            <a:ext cx="1921529" cy="47625"/>
            <a:chOff x="0" y="0"/>
            <a:chExt cx="506082" cy="1254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6082" cy="12543"/>
            </a:xfrm>
            <a:custGeom>
              <a:avLst/>
              <a:gdLst/>
              <a:ahLst/>
              <a:cxnLst/>
              <a:rect r="r" b="b" t="t" l="l"/>
              <a:pathLst>
                <a:path h="12543" w="506082">
                  <a:moveTo>
                    <a:pt x="0" y="0"/>
                  </a:moveTo>
                  <a:lnTo>
                    <a:pt x="506082" y="0"/>
                  </a:lnTo>
                  <a:lnTo>
                    <a:pt x="506082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6082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541403" y="2732294"/>
            <a:ext cx="2287870" cy="2177191"/>
            <a:chOff x="0" y="0"/>
            <a:chExt cx="413845" cy="39382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13845" cy="393825"/>
            </a:xfrm>
            <a:custGeom>
              <a:avLst/>
              <a:gdLst/>
              <a:ahLst/>
              <a:cxnLst/>
              <a:rect r="r" b="b" t="t" l="l"/>
              <a:pathLst>
                <a:path h="393825" w="413845">
                  <a:moveTo>
                    <a:pt x="0" y="0"/>
                  </a:moveTo>
                  <a:lnTo>
                    <a:pt x="413845" y="0"/>
                  </a:lnTo>
                  <a:lnTo>
                    <a:pt x="413845" y="393825"/>
                  </a:lnTo>
                  <a:lnTo>
                    <a:pt x="0" y="393825"/>
                  </a:lnTo>
                  <a:close/>
                </a:path>
              </a:pathLst>
            </a:custGeom>
            <a:blipFill>
              <a:blip r:embed="rId2"/>
              <a:stretch>
                <a:fillRect l="-27895" t="-2541" r="-55309" b="-89976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492267" y="2732294"/>
            <a:ext cx="2287870" cy="2177191"/>
            <a:chOff x="0" y="0"/>
            <a:chExt cx="413845" cy="39382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13845" cy="393825"/>
            </a:xfrm>
            <a:custGeom>
              <a:avLst/>
              <a:gdLst/>
              <a:ahLst/>
              <a:cxnLst/>
              <a:rect r="r" b="b" t="t" l="l"/>
              <a:pathLst>
                <a:path h="393825" w="413845">
                  <a:moveTo>
                    <a:pt x="0" y="0"/>
                  </a:moveTo>
                  <a:lnTo>
                    <a:pt x="413845" y="0"/>
                  </a:lnTo>
                  <a:lnTo>
                    <a:pt x="413845" y="393825"/>
                  </a:lnTo>
                  <a:lnTo>
                    <a:pt x="0" y="393825"/>
                  </a:lnTo>
                  <a:close/>
                </a:path>
              </a:pathLst>
            </a:custGeom>
            <a:blipFill>
              <a:blip r:embed="rId3"/>
              <a:stretch>
                <a:fillRect l="-124903" t="-13499" r="-153010" b="-151084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541403" y="6376167"/>
            <a:ext cx="2287870" cy="2177191"/>
            <a:chOff x="0" y="0"/>
            <a:chExt cx="413845" cy="39382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13845" cy="393825"/>
            </a:xfrm>
            <a:custGeom>
              <a:avLst/>
              <a:gdLst/>
              <a:ahLst/>
              <a:cxnLst/>
              <a:rect r="r" b="b" t="t" l="l"/>
              <a:pathLst>
                <a:path h="393825" w="413845">
                  <a:moveTo>
                    <a:pt x="0" y="0"/>
                  </a:moveTo>
                  <a:lnTo>
                    <a:pt x="413845" y="0"/>
                  </a:lnTo>
                  <a:lnTo>
                    <a:pt x="413845" y="393825"/>
                  </a:lnTo>
                  <a:lnTo>
                    <a:pt x="0" y="393825"/>
                  </a:lnTo>
                  <a:close/>
                </a:path>
              </a:pathLst>
            </a:custGeom>
            <a:blipFill>
              <a:blip r:embed="rId4"/>
              <a:stretch>
                <a:fillRect l="-98496" t="-20079" r="-126201" b="-107247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492267" y="6376167"/>
            <a:ext cx="2287870" cy="2177191"/>
            <a:chOff x="0" y="0"/>
            <a:chExt cx="413845" cy="39382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13845" cy="393825"/>
            </a:xfrm>
            <a:custGeom>
              <a:avLst/>
              <a:gdLst/>
              <a:ahLst/>
              <a:cxnLst/>
              <a:rect r="r" b="b" t="t" l="l"/>
              <a:pathLst>
                <a:path h="393825" w="413845">
                  <a:moveTo>
                    <a:pt x="0" y="0"/>
                  </a:moveTo>
                  <a:lnTo>
                    <a:pt x="413845" y="0"/>
                  </a:lnTo>
                  <a:lnTo>
                    <a:pt x="413845" y="393825"/>
                  </a:lnTo>
                  <a:lnTo>
                    <a:pt x="0" y="393825"/>
                  </a:lnTo>
                  <a:close/>
                </a:path>
              </a:pathLst>
            </a:custGeom>
            <a:blipFill>
              <a:blip r:embed="rId5"/>
              <a:stretch>
                <a:fillRect l="-108004" t="0" r="-77665" b="-100377"/>
              </a:stretch>
            </a:blip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13402503" y="3979063"/>
            <a:ext cx="4885497" cy="6307937"/>
          </a:xfrm>
          <a:custGeom>
            <a:avLst/>
            <a:gdLst/>
            <a:ahLst/>
            <a:cxnLst/>
            <a:rect r="r" b="b" t="t" l="l"/>
            <a:pathLst>
              <a:path h="6307937" w="4885497">
                <a:moveTo>
                  <a:pt x="0" y="0"/>
                </a:moveTo>
                <a:lnTo>
                  <a:pt x="4885497" y="0"/>
                </a:lnTo>
                <a:lnTo>
                  <a:pt x="4885497" y="6307937"/>
                </a:lnTo>
                <a:lnTo>
                  <a:pt x="0" y="63079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028700" y="2754828"/>
            <a:ext cx="3976336" cy="3269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52"/>
              </a:lnSpc>
            </a:pPr>
            <a:r>
              <a:rPr lang="en-US" sz="9600" spc="-73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Meet Our Team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198061" y="990600"/>
            <a:ext cx="984056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Home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736652" y="990600"/>
            <a:ext cx="984056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About Us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275244" y="990600"/>
            <a:ext cx="984056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Services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8700" y="981075"/>
            <a:ext cx="1794695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Borcelle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541403" y="5039117"/>
            <a:ext cx="1769965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-36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Aaron Loeb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541403" y="5307722"/>
            <a:ext cx="1769965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-3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Manager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492267" y="5039117"/>
            <a:ext cx="1769965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-36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Ndemi Otieno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492267" y="5307722"/>
            <a:ext cx="200119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-3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Creative Director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541403" y="8682991"/>
            <a:ext cx="1769965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-36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Claudia Alves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541403" y="8951595"/>
            <a:ext cx="1769965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-3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Marketer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492267" y="8682991"/>
            <a:ext cx="1769965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-36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Sacha Dubois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492267" y="8951595"/>
            <a:ext cx="1769965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-3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Copywriter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518219" y="1432395"/>
            <a:ext cx="343740" cy="47625"/>
            <a:chOff x="0" y="0"/>
            <a:chExt cx="90532" cy="125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0532" cy="12543"/>
            </a:xfrm>
            <a:custGeom>
              <a:avLst/>
              <a:gdLst/>
              <a:ahLst/>
              <a:cxnLst/>
              <a:rect r="r" b="b" t="t" l="l"/>
              <a:pathLst>
                <a:path h="12543" w="90532">
                  <a:moveTo>
                    <a:pt x="0" y="0"/>
                  </a:moveTo>
                  <a:lnTo>
                    <a:pt x="90532" y="0"/>
                  </a:lnTo>
                  <a:lnTo>
                    <a:pt x="90532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0532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7899809"/>
            <a:ext cx="3401658" cy="452830"/>
            <a:chOff x="0" y="0"/>
            <a:chExt cx="895910" cy="11926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95910" cy="119264"/>
            </a:xfrm>
            <a:custGeom>
              <a:avLst/>
              <a:gdLst/>
              <a:ahLst/>
              <a:cxnLst/>
              <a:rect r="r" b="b" t="t" l="l"/>
              <a:pathLst>
                <a:path h="119264" w="895910">
                  <a:moveTo>
                    <a:pt x="0" y="0"/>
                  </a:moveTo>
                  <a:lnTo>
                    <a:pt x="895910" y="0"/>
                  </a:lnTo>
                  <a:lnTo>
                    <a:pt x="895910" y="119264"/>
                  </a:lnTo>
                  <a:lnTo>
                    <a:pt x="0" y="119264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895910" cy="1573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993564" y="8805470"/>
            <a:ext cx="3401658" cy="452830"/>
            <a:chOff x="0" y="0"/>
            <a:chExt cx="895910" cy="11926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95910" cy="119264"/>
            </a:xfrm>
            <a:custGeom>
              <a:avLst/>
              <a:gdLst/>
              <a:ahLst/>
              <a:cxnLst/>
              <a:rect r="r" b="b" t="t" l="l"/>
              <a:pathLst>
                <a:path h="119264" w="895910">
                  <a:moveTo>
                    <a:pt x="0" y="0"/>
                  </a:moveTo>
                  <a:lnTo>
                    <a:pt x="895910" y="0"/>
                  </a:lnTo>
                  <a:lnTo>
                    <a:pt x="895910" y="119264"/>
                  </a:lnTo>
                  <a:lnTo>
                    <a:pt x="0" y="119264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895910" cy="1573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010881" y="8352639"/>
            <a:ext cx="3401658" cy="452830"/>
            <a:chOff x="0" y="0"/>
            <a:chExt cx="895910" cy="11926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95910" cy="119264"/>
            </a:xfrm>
            <a:custGeom>
              <a:avLst/>
              <a:gdLst/>
              <a:ahLst/>
              <a:cxnLst/>
              <a:rect r="r" b="b" t="t" l="l"/>
              <a:pathLst>
                <a:path h="119264" w="895910">
                  <a:moveTo>
                    <a:pt x="0" y="0"/>
                  </a:moveTo>
                  <a:lnTo>
                    <a:pt x="895910" y="0"/>
                  </a:lnTo>
                  <a:lnTo>
                    <a:pt x="895910" y="119264"/>
                  </a:lnTo>
                  <a:lnTo>
                    <a:pt x="0" y="119264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895910" cy="1573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993564" y="2758898"/>
            <a:ext cx="9294436" cy="5140910"/>
            <a:chOff x="0" y="0"/>
            <a:chExt cx="1439951" cy="79646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39951" cy="796462"/>
            </a:xfrm>
            <a:custGeom>
              <a:avLst/>
              <a:gdLst/>
              <a:ahLst/>
              <a:cxnLst/>
              <a:rect r="r" b="b" t="t" l="l"/>
              <a:pathLst>
                <a:path h="796462" w="1439951">
                  <a:moveTo>
                    <a:pt x="0" y="0"/>
                  </a:moveTo>
                  <a:lnTo>
                    <a:pt x="1439951" y="0"/>
                  </a:lnTo>
                  <a:lnTo>
                    <a:pt x="1439951" y="796462"/>
                  </a:lnTo>
                  <a:lnTo>
                    <a:pt x="0" y="796462"/>
                  </a:lnTo>
                  <a:close/>
                </a:path>
              </a:pathLst>
            </a:custGeom>
            <a:blipFill>
              <a:blip r:embed="rId2"/>
              <a:stretch>
                <a:fillRect l="0" t="-10226" r="0" b="-10226"/>
              </a:stretch>
            </a:blip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13861959" y="4581531"/>
            <a:ext cx="4418886" cy="5705469"/>
          </a:xfrm>
          <a:custGeom>
            <a:avLst/>
            <a:gdLst/>
            <a:ahLst/>
            <a:cxnLst/>
            <a:rect r="r" b="b" t="t" l="l"/>
            <a:pathLst>
              <a:path h="5705469" w="4418886">
                <a:moveTo>
                  <a:pt x="0" y="0"/>
                </a:moveTo>
                <a:lnTo>
                  <a:pt x="4418885" y="0"/>
                </a:lnTo>
                <a:lnTo>
                  <a:pt x="4418885" y="5705469"/>
                </a:lnTo>
                <a:lnTo>
                  <a:pt x="0" y="57054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028700" y="4533906"/>
            <a:ext cx="1921529" cy="47625"/>
            <a:chOff x="0" y="0"/>
            <a:chExt cx="506082" cy="1254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06082" cy="12543"/>
            </a:xfrm>
            <a:custGeom>
              <a:avLst/>
              <a:gdLst/>
              <a:ahLst/>
              <a:cxnLst/>
              <a:rect r="r" b="b" t="t" l="l"/>
              <a:pathLst>
                <a:path h="12543" w="506082">
                  <a:moveTo>
                    <a:pt x="0" y="0"/>
                  </a:moveTo>
                  <a:lnTo>
                    <a:pt x="506082" y="0"/>
                  </a:lnTo>
                  <a:lnTo>
                    <a:pt x="506082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506082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028700" y="3063698"/>
            <a:ext cx="7383839" cy="1154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52"/>
              </a:lnSpc>
            </a:pPr>
            <a:r>
              <a:rPr lang="en-US" sz="9600" spc="-73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Contact Us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198061" y="990600"/>
            <a:ext cx="984056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Home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736652" y="990600"/>
            <a:ext cx="984056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About Us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6275244" y="990600"/>
            <a:ext cx="984056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Services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28700" y="981075"/>
            <a:ext cx="1794695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Borcelle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05960" y="7953821"/>
            <a:ext cx="2847138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+123-456-7890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270824" y="8859482"/>
            <a:ext cx="2847138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www.reallygreatsite.com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149511" y="8406652"/>
            <a:ext cx="3124398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hello@reallygreatsite.com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518219" y="1432395"/>
            <a:ext cx="343740" cy="47625"/>
            <a:chOff x="0" y="0"/>
            <a:chExt cx="90532" cy="125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0532" cy="12543"/>
            </a:xfrm>
            <a:custGeom>
              <a:avLst/>
              <a:gdLst/>
              <a:ahLst/>
              <a:cxnLst/>
              <a:rect r="r" b="b" t="t" l="l"/>
              <a:pathLst>
                <a:path h="12543" w="90532">
                  <a:moveTo>
                    <a:pt x="0" y="0"/>
                  </a:moveTo>
                  <a:lnTo>
                    <a:pt x="90532" y="0"/>
                  </a:lnTo>
                  <a:lnTo>
                    <a:pt x="90532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0532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0800000">
            <a:off x="13378082" y="7565591"/>
            <a:ext cx="4909918" cy="2721409"/>
          </a:xfrm>
          <a:custGeom>
            <a:avLst/>
            <a:gdLst/>
            <a:ahLst/>
            <a:cxnLst/>
            <a:rect r="r" b="b" t="t" l="l"/>
            <a:pathLst>
              <a:path h="2721409" w="4909918">
                <a:moveTo>
                  <a:pt x="0" y="0"/>
                </a:moveTo>
                <a:lnTo>
                  <a:pt x="4909918" y="0"/>
                </a:lnTo>
                <a:lnTo>
                  <a:pt x="4909918" y="2721409"/>
                </a:lnTo>
                <a:lnTo>
                  <a:pt x="0" y="27214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10800000">
            <a:off x="0" y="7565591"/>
            <a:ext cx="4909918" cy="2721409"/>
          </a:xfrm>
          <a:custGeom>
            <a:avLst/>
            <a:gdLst/>
            <a:ahLst/>
            <a:cxnLst/>
            <a:rect r="r" b="b" t="t" l="l"/>
            <a:pathLst>
              <a:path h="2721409" w="4909918">
                <a:moveTo>
                  <a:pt x="4909918" y="0"/>
                </a:moveTo>
                <a:lnTo>
                  <a:pt x="0" y="0"/>
                </a:lnTo>
                <a:lnTo>
                  <a:pt x="0" y="2721409"/>
                </a:lnTo>
                <a:lnTo>
                  <a:pt x="4909918" y="2721409"/>
                </a:lnTo>
                <a:lnTo>
                  <a:pt x="490991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8183235" y="8542435"/>
            <a:ext cx="1921529" cy="47625"/>
            <a:chOff x="0" y="0"/>
            <a:chExt cx="506082" cy="1254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6082" cy="12543"/>
            </a:xfrm>
            <a:custGeom>
              <a:avLst/>
              <a:gdLst/>
              <a:ahLst/>
              <a:cxnLst/>
              <a:rect r="r" b="b" t="t" l="l"/>
              <a:pathLst>
                <a:path h="12543" w="506082">
                  <a:moveTo>
                    <a:pt x="0" y="0"/>
                  </a:moveTo>
                  <a:lnTo>
                    <a:pt x="506082" y="0"/>
                  </a:lnTo>
                  <a:lnTo>
                    <a:pt x="506082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06082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-2700000">
            <a:off x="2485974" y="4852383"/>
            <a:ext cx="317690" cy="317690"/>
            <a:chOff x="0" y="0"/>
            <a:chExt cx="83671" cy="8367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3671" cy="83671"/>
            </a:xfrm>
            <a:custGeom>
              <a:avLst/>
              <a:gdLst/>
              <a:ahLst/>
              <a:cxnLst/>
              <a:rect r="r" b="b" t="t" l="l"/>
              <a:pathLst>
                <a:path h="83671" w="83671">
                  <a:moveTo>
                    <a:pt x="0" y="0"/>
                  </a:moveTo>
                  <a:lnTo>
                    <a:pt x="83671" y="0"/>
                  </a:lnTo>
                  <a:lnTo>
                    <a:pt x="83671" y="83671"/>
                  </a:lnTo>
                  <a:lnTo>
                    <a:pt x="0" y="83671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83671" cy="1217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3519540" y="3649788"/>
            <a:ext cx="11248919" cy="2446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20"/>
              </a:lnSpc>
              <a:spcBef>
                <a:spcPct val="0"/>
              </a:spcBef>
            </a:pPr>
            <a:r>
              <a:rPr lang="en-US" sz="14300" spc="-110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Thank You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198061" y="990600"/>
            <a:ext cx="984056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Home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736652" y="990600"/>
            <a:ext cx="984056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About Us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275244" y="990600"/>
            <a:ext cx="984056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Services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981075"/>
            <a:ext cx="1794695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Borcelle</a:t>
            </a:r>
          </a:p>
        </p:txBody>
      </p:sp>
      <p:grpSp>
        <p:nvGrpSpPr>
          <p:cNvPr name="Group 18" id="18"/>
          <p:cNvGrpSpPr/>
          <p:nvPr/>
        </p:nvGrpSpPr>
        <p:grpSpPr>
          <a:xfrm rot="-2700000">
            <a:off x="15484336" y="4852383"/>
            <a:ext cx="317690" cy="317690"/>
            <a:chOff x="0" y="0"/>
            <a:chExt cx="83671" cy="8367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3671" cy="83671"/>
            </a:xfrm>
            <a:custGeom>
              <a:avLst/>
              <a:gdLst/>
              <a:ahLst/>
              <a:cxnLst/>
              <a:rect r="r" b="b" t="t" l="l"/>
              <a:pathLst>
                <a:path h="83671" w="83671">
                  <a:moveTo>
                    <a:pt x="0" y="0"/>
                  </a:moveTo>
                  <a:lnTo>
                    <a:pt x="83671" y="0"/>
                  </a:lnTo>
                  <a:lnTo>
                    <a:pt x="83671" y="83671"/>
                  </a:lnTo>
                  <a:lnTo>
                    <a:pt x="0" y="83671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83671" cy="1217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DAGzsAbcGlM</dc:identifier>
  <dcterms:modified xsi:type="dcterms:W3CDTF">2011-08-01T06:04:30Z</dcterms:modified>
  <cp:revision>1</cp:revision>
  <dc:title>Template 1</dc:title>
</cp:coreProperties>
</file>